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1.xml" ContentType="application/vnd.openxmlformats-officedocument.presentationml.tags+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6" r:id="rId1"/>
    <p:sldMasterId id="2147483694" r:id="rId2"/>
  </p:sldMasterIdLst>
  <p:notesMasterIdLst>
    <p:notesMasterId r:id="rId19"/>
  </p:notesMasterIdLst>
  <p:sldIdLst>
    <p:sldId id="584" r:id="rId3"/>
    <p:sldId id="280" r:id="rId4"/>
    <p:sldId id="1260" r:id="rId5"/>
    <p:sldId id="2144866779" r:id="rId6"/>
    <p:sldId id="2144866810" r:id="rId7"/>
    <p:sldId id="2144866751" r:id="rId8"/>
    <p:sldId id="2144866786" r:id="rId9"/>
    <p:sldId id="2144866811" r:id="rId10"/>
    <p:sldId id="1291" r:id="rId11"/>
    <p:sldId id="2144866840" r:id="rId12"/>
    <p:sldId id="2144866834" r:id="rId13"/>
    <p:sldId id="2144866835" r:id="rId14"/>
    <p:sldId id="2144866836" r:id="rId15"/>
    <p:sldId id="258" r:id="rId16"/>
    <p:sldId id="2144866837" r:id="rId17"/>
    <p:sldId id="2144866838" r:id="rId18"/>
  </p:sldIdLst>
  <p:sldSz cx="12192000" cy="6858000"/>
  <p:notesSz cx="6858000" cy="9144000"/>
  <p:defaultTextStyle>
    <a:defPPr>
      <a:defRPr lang="en-US"/>
    </a:defPPr>
    <a:lvl1pPr algn="l" rtl="0" eaLnBrk="0" fontAlgn="base" hangingPunct="0">
      <a:spcBef>
        <a:spcPct val="0"/>
      </a:spcBef>
      <a:spcAft>
        <a:spcPct val="0"/>
      </a:spcAft>
      <a:defRPr sz="1600" b="1"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sz="1600" b="1"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sz="1600" b="1"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sz="1600" b="1"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sz="1600" b="1" kern="1200">
        <a:solidFill>
          <a:schemeClr val="tx1"/>
        </a:solidFill>
        <a:latin typeface="Arial" panose="020B0604020202020204" pitchFamily="34" charset="0"/>
        <a:ea typeface="+mn-ea"/>
        <a:cs typeface="+mn-cs"/>
      </a:defRPr>
    </a:lvl5pPr>
    <a:lvl6pPr marL="2286000" algn="l" defTabSz="914400" rtl="0" eaLnBrk="1" latinLnBrk="0" hangingPunct="1">
      <a:defRPr sz="1600" b="1" kern="1200">
        <a:solidFill>
          <a:schemeClr val="tx1"/>
        </a:solidFill>
        <a:latin typeface="Arial" panose="020B0604020202020204" pitchFamily="34" charset="0"/>
        <a:ea typeface="+mn-ea"/>
        <a:cs typeface="+mn-cs"/>
      </a:defRPr>
    </a:lvl6pPr>
    <a:lvl7pPr marL="2743200" algn="l" defTabSz="914400" rtl="0" eaLnBrk="1" latinLnBrk="0" hangingPunct="1">
      <a:defRPr sz="1600" b="1" kern="1200">
        <a:solidFill>
          <a:schemeClr val="tx1"/>
        </a:solidFill>
        <a:latin typeface="Arial" panose="020B0604020202020204" pitchFamily="34" charset="0"/>
        <a:ea typeface="+mn-ea"/>
        <a:cs typeface="+mn-cs"/>
      </a:defRPr>
    </a:lvl7pPr>
    <a:lvl8pPr marL="3200400" algn="l" defTabSz="914400" rtl="0" eaLnBrk="1" latinLnBrk="0" hangingPunct="1">
      <a:defRPr sz="1600" b="1" kern="1200">
        <a:solidFill>
          <a:schemeClr val="tx1"/>
        </a:solidFill>
        <a:latin typeface="Arial" panose="020B0604020202020204" pitchFamily="34" charset="0"/>
        <a:ea typeface="+mn-ea"/>
        <a:cs typeface="+mn-cs"/>
      </a:defRPr>
    </a:lvl8pPr>
    <a:lvl9pPr marL="3657600" algn="l" defTabSz="914400" rtl="0" eaLnBrk="1" latinLnBrk="0" hangingPunct="1">
      <a:defRPr sz="1600" b="1"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A73300"/>
    <a:srgbClr val="99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007" autoAdjust="0"/>
    <p:restoredTop sz="94660"/>
  </p:normalViewPr>
  <p:slideViewPr>
    <p:cSldViewPr snapToGrid="0">
      <p:cViewPr varScale="1">
        <p:scale>
          <a:sx n="121" d="100"/>
          <a:sy n="121" d="100"/>
        </p:scale>
        <p:origin x="581" y="96"/>
      </p:cViewPr>
      <p:guideLst>
        <p:guide orient="horz" pos="2160"/>
        <p:guide pos="3840"/>
      </p:guideLst>
    </p:cSldViewPr>
  </p:slideViewPr>
  <p:notesTextViewPr>
    <p:cViewPr>
      <p:scale>
        <a:sx n="1" d="1"/>
        <a:sy n="1" d="1"/>
      </p:scale>
      <p:origin x="0" y="0"/>
    </p:cViewPr>
  </p:notesTextViewPr>
  <p:sorterViewPr>
    <p:cViewPr>
      <p:scale>
        <a:sx n="100" d="100"/>
        <a:sy n="100" d="100"/>
      </p:scale>
      <p:origin x="0" y="-6246"/>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3" Type="http://schemas.openxmlformats.org/officeDocument/2006/relationships/slide" Target="slides/slide1.xml"/><Relationship Id="rId21" Type="http://schemas.openxmlformats.org/officeDocument/2006/relationships/viewProps" Target="view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microsoft.com/office/2016/11/relationships/changesInfo" Target="changesInfos/changesInfo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שגיא אייזנברג" userId="929fe2871869543c" providerId="LiveId" clId="{95D999C9-3F5B-4C29-A6C7-64C6AB75A24B}"/>
    <pc:docChg chg="undo custSel addSld delSld">
      <pc:chgData name="שגיא אייזנברג" userId="929fe2871869543c" providerId="LiveId" clId="{95D999C9-3F5B-4C29-A6C7-64C6AB75A24B}" dt="2026-06-02T18:04:37.604" v="44" actId="47"/>
      <pc:docMkLst>
        <pc:docMk/>
      </pc:docMkLst>
      <pc:sldChg chg="del">
        <pc:chgData name="שגיא אייזנברג" userId="929fe2871869543c" providerId="LiveId" clId="{95D999C9-3F5B-4C29-A6C7-64C6AB75A24B}" dt="2026-06-02T18:04:15.530" v="4" actId="47"/>
        <pc:sldMkLst>
          <pc:docMk/>
          <pc:sldMk cId="0" sldId="256"/>
        </pc:sldMkLst>
      </pc:sldChg>
      <pc:sldChg chg="del">
        <pc:chgData name="שגיא אייזנברג" userId="929fe2871869543c" providerId="LiveId" clId="{95D999C9-3F5B-4C29-A6C7-64C6AB75A24B}" dt="2026-06-02T18:04:19.822" v="23" actId="47"/>
        <pc:sldMkLst>
          <pc:docMk/>
          <pc:sldMk cId="3937491531" sldId="257"/>
        </pc:sldMkLst>
      </pc:sldChg>
      <pc:sldChg chg="del">
        <pc:chgData name="שגיא אייזנברג" userId="929fe2871869543c" providerId="LiveId" clId="{95D999C9-3F5B-4C29-A6C7-64C6AB75A24B}" dt="2026-06-02T18:04:20.251" v="24" actId="47"/>
        <pc:sldMkLst>
          <pc:docMk/>
          <pc:sldMk cId="378217676" sldId="259"/>
        </pc:sldMkLst>
      </pc:sldChg>
      <pc:sldChg chg="del">
        <pc:chgData name="שגיא אייזנברג" userId="929fe2871869543c" providerId="LiveId" clId="{95D999C9-3F5B-4C29-A6C7-64C6AB75A24B}" dt="2026-06-02T18:04:09.449" v="0" actId="47"/>
        <pc:sldMkLst>
          <pc:docMk/>
          <pc:sldMk cId="1862267626" sldId="261"/>
        </pc:sldMkLst>
      </pc:sldChg>
      <pc:sldChg chg="del">
        <pc:chgData name="שגיא אייזנברג" userId="929fe2871869543c" providerId="LiveId" clId="{95D999C9-3F5B-4C29-A6C7-64C6AB75A24B}" dt="2026-06-02T18:04:11.310" v="1" actId="47"/>
        <pc:sldMkLst>
          <pc:docMk/>
          <pc:sldMk cId="3691938225" sldId="262"/>
        </pc:sldMkLst>
      </pc:sldChg>
      <pc:sldChg chg="del">
        <pc:chgData name="שגיא אייזנברג" userId="929fe2871869543c" providerId="LiveId" clId="{95D999C9-3F5B-4C29-A6C7-64C6AB75A24B}" dt="2026-06-02T18:04:22.138" v="27" actId="47"/>
        <pc:sldMkLst>
          <pc:docMk/>
          <pc:sldMk cId="3858392815" sldId="1293"/>
        </pc:sldMkLst>
      </pc:sldChg>
      <pc:sldChg chg="del">
        <pc:chgData name="שגיא אייזנברג" userId="929fe2871869543c" providerId="LiveId" clId="{95D999C9-3F5B-4C29-A6C7-64C6AB75A24B}" dt="2026-06-02T18:04:22.613" v="30" actId="47"/>
        <pc:sldMkLst>
          <pc:docMk/>
          <pc:sldMk cId="2069879240" sldId="2144866799"/>
        </pc:sldMkLst>
      </pc:sldChg>
      <pc:sldChg chg="del">
        <pc:chgData name="שגיא אייזנברג" userId="929fe2871869543c" providerId="LiveId" clId="{95D999C9-3F5B-4C29-A6C7-64C6AB75A24B}" dt="2026-06-02T18:04:23.266" v="31" actId="47"/>
        <pc:sldMkLst>
          <pc:docMk/>
          <pc:sldMk cId="1777825678" sldId="2144866800"/>
        </pc:sldMkLst>
      </pc:sldChg>
      <pc:sldChg chg="del">
        <pc:chgData name="שגיא אייזנברג" userId="929fe2871869543c" providerId="LiveId" clId="{95D999C9-3F5B-4C29-A6C7-64C6AB75A24B}" dt="2026-06-02T18:04:23.421" v="32" actId="47"/>
        <pc:sldMkLst>
          <pc:docMk/>
          <pc:sldMk cId="2616603025" sldId="2144866801"/>
        </pc:sldMkLst>
      </pc:sldChg>
      <pc:sldChg chg="del">
        <pc:chgData name="שגיא אייזנברג" userId="929fe2871869543c" providerId="LiveId" clId="{95D999C9-3F5B-4C29-A6C7-64C6AB75A24B}" dt="2026-06-02T18:04:23.939" v="33" actId="47"/>
        <pc:sldMkLst>
          <pc:docMk/>
          <pc:sldMk cId="2991332443" sldId="2144866802"/>
        </pc:sldMkLst>
      </pc:sldChg>
      <pc:sldChg chg="del">
        <pc:chgData name="שגיא אייזנברג" userId="929fe2871869543c" providerId="LiveId" clId="{95D999C9-3F5B-4C29-A6C7-64C6AB75A24B}" dt="2026-06-02T18:04:25.365" v="37" actId="47"/>
        <pc:sldMkLst>
          <pc:docMk/>
          <pc:sldMk cId="3382059452" sldId="2144866806"/>
        </pc:sldMkLst>
      </pc:sldChg>
      <pc:sldChg chg="del">
        <pc:chgData name="שגיא אייזנברג" userId="929fe2871869543c" providerId="LiveId" clId="{95D999C9-3F5B-4C29-A6C7-64C6AB75A24B}" dt="2026-06-02T18:04:21.815" v="25" actId="47"/>
        <pc:sldMkLst>
          <pc:docMk/>
          <pc:sldMk cId="3463667633" sldId="2144866812"/>
        </pc:sldMkLst>
      </pc:sldChg>
      <pc:sldChg chg="del">
        <pc:chgData name="שגיא אייזנברג" userId="929fe2871869543c" providerId="LiveId" clId="{95D999C9-3F5B-4C29-A6C7-64C6AB75A24B}" dt="2026-06-02T18:04:19.489" v="22" actId="47"/>
        <pc:sldMkLst>
          <pc:docMk/>
          <pc:sldMk cId="1670094381" sldId="2144866828"/>
        </pc:sldMkLst>
      </pc:sldChg>
      <pc:sldChg chg="del">
        <pc:chgData name="שגיא אייזנברג" userId="929fe2871869543c" providerId="LiveId" clId="{95D999C9-3F5B-4C29-A6C7-64C6AB75A24B}" dt="2026-06-02T18:04:22.440" v="29" actId="47"/>
        <pc:sldMkLst>
          <pc:docMk/>
          <pc:sldMk cId="2632023162" sldId="2144866830"/>
        </pc:sldMkLst>
      </pc:sldChg>
      <pc:sldChg chg="add del">
        <pc:chgData name="שגיא אייזנברג" userId="929fe2871869543c" providerId="LiveId" clId="{95D999C9-3F5B-4C29-A6C7-64C6AB75A24B}" dt="2026-06-02T18:04:32.164" v="41" actId="47"/>
        <pc:sldMkLst>
          <pc:docMk/>
          <pc:sldMk cId="2732202026" sldId="2144866837"/>
        </pc:sldMkLst>
      </pc:sldChg>
      <pc:sldChg chg="add del">
        <pc:chgData name="שגיא אייזנברג" userId="929fe2871869543c" providerId="LiveId" clId="{95D999C9-3F5B-4C29-A6C7-64C6AB75A24B}" dt="2026-06-02T18:04:33.922" v="42" actId="47"/>
        <pc:sldMkLst>
          <pc:docMk/>
          <pc:sldMk cId="3214808597" sldId="2144866838"/>
        </pc:sldMkLst>
      </pc:sldChg>
      <pc:sldChg chg="del">
        <pc:chgData name="שגיא אייזנברג" userId="929fe2871869543c" providerId="LiveId" clId="{95D999C9-3F5B-4C29-A6C7-64C6AB75A24B}" dt="2026-06-02T18:04:14.186" v="2" actId="47"/>
        <pc:sldMkLst>
          <pc:docMk/>
          <pc:sldMk cId="2431167290" sldId="2144866839"/>
        </pc:sldMkLst>
      </pc:sldChg>
      <pc:sldChg chg="del">
        <pc:chgData name="שגיא אייזנברג" userId="929fe2871869543c" providerId="LiveId" clId="{95D999C9-3F5B-4C29-A6C7-64C6AB75A24B}" dt="2026-06-02T18:04:16.808" v="11" actId="47"/>
        <pc:sldMkLst>
          <pc:docMk/>
          <pc:sldMk cId="1759607955" sldId="2144866841"/>
        </pc:sldMkLst>
      </pc:sldChg>
      <pc:sldChg chg="del">
        <pc:chgData name="שגיא אייזנברג" userId="929fe2871869543c" providerId="LiveId" clId="{95D999C9-3F5B-4C29-A6C7-64C6AB75A24B}" dt="2026-06-02T18:04:17.005" v="12" actId="47"/>
        <pc:sldMkLst>
          <pc:docMk/>
          <pc:sldMk cId="3132107140" sldId="2144866842"/>
        </pc:sldMkLst>
      </pc:sldChg>
      <pc:sldChg chg="del">
        <pc:chgData name="שגיא אייזנברג" userId="929fe2871869543c" providerId="LiveId" clId="{95D999C9-3F5B-4C29-A6C7-64C6AB75A24B}" dt="2026-06-02T18:04:17.191" v="13" actId="47"/>
        <pc:sldMkLst>
          <pc:docMk/>
          <pc:sldMk cId="2967388756" sldId="2144866843"/>
        </pc:sldMkLst>
      </pc:sldChg>
      <pc:sldChg chg="del">
        <pc:chgData name="שגיא אייזנברג" userId="929fe2871869543c" providerId="LiveId" clId="{95D999C9-3F5B-4C29-A6C7-64C6AB75A24B}" dt="2026-06-02T18:04:17.375" v="14" actId="47"/>
        <pc:sldMkLst>
          <pc:docMk/>
          <pc:sldMk cId="896369935" sldId="2144866844"/>
        </pc:sldMkLst>
      </pc:sldChg>
      <pc:sldChg chg="del">
        <pc:chgData name="שגיא אייזנברג" userId="929fe2871869543c" providerId="LiveId" clId="{95D999C9-3F5B-4C29-A6C7-64C6AB75A24B}" dt="2026-06-02T18:04:17.597" v="15" actId="47"/>
        <pc:sldMkLst>
          <pc:docMk/>
          <pc:sldMk cId="2895247546" sldId="2144866845"/>
        </pc:sldMkLst>
      </pc:sldChg>
      <pc:sldChg chg="del">
        <pc:chgData name="שגיא אייזנברג" userId="929fe2871869543c" providerId="LiveId" clId="{95D999C9-3F5B-4C29-A6C7-64C6AB75A24B}" dt="2026-06-02T18:04:21.976" v="26" actId="47"/>
        <pc:sldMkLst>
          <pc:docMk/>
          <pc:sldMk cId="2895516651" sldId="2144866911"/>
        </pc:sldMkLst>
      </pc:sldChg>
      <pc:sldChg chg="del">
        <pc:chgData name="שגיא אייזנברג" userId="929fe2871869543c" providerId="LiveId" clId="{95D999C9-3F5B-4C29-A6C7-64C6AB75A24B}" dt="2026-06-02T18:04:24.125" v="34" actId="47"/>
        <pc:sldMkLst>
          <pc:docMk/>
          <pc:sldMk cId="1925122721" sldId="2144866913"/>
        </pc:sldMkLst>
      </pc:sldChg>
      <pc:sldChg chg="add del">
        <pc:chgData name="שגיא אייזנברג" userId="929fe2871869543c" providerId="LiveId" clId="{95D999C9-3F5B-4C29-A6C7-64C6AB75A24B}" dt="2026-06-02T18:04:37.604" v="44" actId="47"/>
        <pc:sldMkLst>
          <pc:docMk/>
          <pc:sldMk cId="469730048" sldId="2144866917"/>
        </pc:sldMkLst>
      </pc:sldChg>
      <pc:sldChg chg="del">
        <pc:chgData name="שגיא אייזנברג" userId="929fe2871869543c" providerId="LiveId" clId="{95D999C9-3F5B-4C29-A6C7-64C6AB75A24B}" dt="2026-06-02T18:04:22.290" v="28" actId="47"/>
        <pc:sldMkLst>
          <pc:docMk/>
          <pc:sldMk cId="2027989341" sldId="2144866920"/>
        </pc:sldMkLst>
      </pc:sldChg>
      <pc:sldChg chg="del">
        <pc:chgData name="שגיא אייזנברג" userId="929fe2871869543c" providerId="LiveId" clId="{95D999C9-3F5B-4C29-A6C7-64C6AB75A24B}" dt="2026-06-02T18:04:24.843" v="36" actId="47"/>
        <pc:sldMkLst>
          <pc:docMk/>
          <pc:sldMk cId="554808684" sldId="2144866921"/>
        </pc:sldMkLst>
      </pc:sldChg>
      <pc:sldChg chg="del">
        <pc:chgData name="שגיא אייזנברג" userId="929fe2871869543c" providerId="LiveId" clId="{95D999C9-3F5B-4C29-A6C7-64C6AB75A24B}" dt="2026-06-02T18:04:24.307" v="35" actId="47"/>
        <pc:sldMkLst>
          <pc:docMk/>
          <pc:sldMk cId="1470830361" sldId="2144866922"/>
        </pc:sldMkLst>
      </pc:sldChg>
      <pc:sldChg chg="del">
        <pc:chgData name="שגיא אייזנברג" userId="929fe2871869543c" providerId="LiveId" clId="{95D999C9-3F5B-4C29-A6C7-64C6AB75A24B}" dt="2026-06-02T18:04:16.164" v="7" actId="47"/>
        <pc:sldMkLst>
          <pc:docMk/>
          <pc:sldMk cId="3680865903" sldId="2144866923"/>
        </pc:sldMkLst>
      </pc:sldChg>
      <pc:sldChg chg="del">
        <pc:chgData name="שגיא אייזנברג" userId="929fe2871869543c" providerId="LiveId" clId="{95D999C9-3F5B-4C29-A6C7-64C6AB75A24B}" dt="2026-06-02T18:04:16.478" v="9" actId="47"/>
        <pc:sldMkLst>
          <pc:docMk/>
          <pc:sldMk cId="1368346376" sldId="2144866924"/>
        </pc:sldMkLst>
      </pc:sldChg>
      <pc:sldChg chg="del">
        <pc:chgData name="שגיא אייזנברג" userId="929fe2871869543c" providerId="LiveId" clId="{95D999C9-3F5B-4C29-A6C7-64C6AB75A24B}" dt="2026-06-02T18:04:16.646" v="10" actId="47"/>
        <pc:sldMkLst>
          <pc:docMk/>
          <pc:sldMk cId="611736640" sldId="2144866925"/>
        </pc:sldMkLst>
      </pc:sldChg>
      <pc:sldChg chg="del">
        <pc:chgData name="שגיא אייזנברג" userId="929fe2871869543c" providerId="LiveId" clId="{95D999C9-3F5B-4C29-A6C7-64C6AB75A24B}" dt="2026-06-02T18:04:15.809" v="5" actId="47"/>
        <pc:sldMkLst>
          <pc:docMk/>
          <pc:sldMk cId="0" sldId="2144866926"/>
        </pc:sldMkLst>
      </pc:sldChg>
      <pc:sldChg chg="del">
        <pc:chgData name="שגיא אייזנברג" userId="929fe2871869543c" providerId="LiveId" clId="{95D999C9-3F5B-4C29-A6C7-64C6AB75A24B}" dt="2026-06-02T18:04:15.990" v="6" actId="47"/>
        <pc:sldMkLst>
          <pc:docMk/>
          <pc:sldMk cId="0" sldId="2144866927"/>
        </pc:sldMkLst>
      </pc:sldChg>
      <pc:sldChg chg="del">
        <pc:chgData name="שגיא אייזנברג" userId="929fe2871869543c" providerId="LiveId" clId="{95D999C9-3F5B-4C29-A6C7-64C6AB75A24B}" dt="2026-06-02T18:04:17.884" v="17" actId="47"/>
        <pc:sldMkLst>
          <pc:docMk/>
          <pc:sldMk cId="3699623175" sldId="2144866928"/>
        </pc:sldMkLst>
      </pc:sldChg>
      <pc:sldChg chg="del">
        <pc:chgData name="שגיא אייזנברג" userId="929fe2871869543c" providerId="LiveId" clId="{95D999C9-3F5B-4C29-A6C7-64C6AB75A24B}" dt="2026-06-02T18:04:17.714" v="16" actId="47"/>
        <pc:sldMkLst>
          <pc:docMk/>
          <pc:sldMk cId="1517679520" sldId="2144866929"/>
        </pc:sldMkLst>
      </pc:sldChg>
      <pc:sldChg chg="del">
        <pc:chgData name="שגיא אייזנברג" userId="929fe2871869543c" providerId="LiveId" clId="{95D999C9-3F5B-4C29-A6C7-64C6AB75A24B}" dt="2026-06-02T18:04:15.062" v="3" actId="47"/>
        <pc:sldMkLst>
          <pc:docMk/>
          <pc:sldMk cId="3389544422" sldId="2144866930"/>
        </pc:sldMkLst>
      </pc:sldChg>
      <pc:sldChg chg="del">
        <pc:chgData name="שגיא אייזנברג" userId="929fe2871869543c" providerId="LiveId" clId="{95D999C9-3F5B-4C29-A6C7-64C6AB75A24B}" dt="2026-06-02T18:04:18.066" v="18" actId="47"/>
        <pc:sldMkLst>
          <pc:docMk/>
          <pc:sldMk cId="1001873147" sldId="2144866932"/>
        </pc:sldMkLst>
      </pc:sldChg>
      <pc:sldChg chg="del">
        <pc:chgData name="שגיא אייזנברג" userId="929fe2871869543c" providerId="LiveId" clId="{95D999C9-3F5B-4C29-A6C7-64C6AB75A24B}" dt="2026-06-02T18:04:18.268" v="19" actId="47"/>
        <pc:sldMkLst>
          <pc:docMk/>
          <pc:sldMk cId="3762078568" sldId="2144866933"/>
        </pc:sldMkLst>
      </pc:sldChg>
      <pc:sldChg chg="del">
        <pc:chgData name="שגיא אייזנברג" userId="929fe2871869543c" providerId="LiveId" clId="{95D999C9-3F5B-4C29-A6C7-64C6AB75A24B}" dt="2026-06-02T18:04:18.460" v="20" actId="47"/>
        <pc:sldMkLst>
          <pc:docMk/>
          <pc:sldMk cId="0" sldId="2144866934"/>
        </pc:sldMkLst>
      </pc:sldChg>
      <pc:sldChg chg="del">
        <pc:chgData name="שגיא אייזנברג" userId="929fe2871869543c" providerId="LiveId" clId="{95D999C9-3F5B-4C29-A6C7-64C6AB75A24B}" dt="2026-06-02T18:04:18.624" v="21" actId="47"/>
        <pc:sldMkLst>
          <pc:docMk/>
          <pc:sldMk cId="0" sldId="2144866935"/>
        </pc:sldMkLst>
      </pc:sldChg>
      <pc:sldChg chg="del">
        <pc:chgData name="שגיא אייזנברג" userId="929fe2871869543c" providerId="LiveId" clId="{95D999C9-3F5B-4C29-A6C7-64C6AB75A24B}" dt="2026-06-02T18:04:16.321" v="8" actId="47"/>
        <pc:sldMkLst>
          <pc:docMk/>
          <pc:sldMk cId="4235854808" sldId="2144866936"/>
        </pc:sldMkLst>
      </pc:sldChg>
      <pc:sldMasterChg chg="delSldLayout">
        <pc:chgData name="שגיא אייזנברג" userId="929fe2871869543c" providerId="LiveId" clId="{95D999C9-3F5B-4C29-A6C7-64C6AB75A24B}" dt="2026-06-02T18:04:25.365" v="37" actId="47"/>
        <pc:sldMasterMkLst>
          <pc:docMk/>
          <pc:sldMasterMk cId="508317986" sldId="2147483676"/>
        </pc:sldMasterMkLst>
        <pc:sldLayoutChg chg="del">
          <pc:chgData name="שגיא אייזנברג" userId="929fe2871869543c" providerId="LiveId" clId="{95D999C9-3F5B-4C29-A6C7-64C6AB75A24B}" dt="2026-06-02T18:04:22.613" v="30" actId="47"/>
          <pc:sldLayoutMkLst>
            <pc:docMk/>
            <pc:sldMasterMk cId="508317986" sldId="2147483676"/>
            <pc:sldLayoutMk cId="2462946071" sldId="2147483713"/>
          </pc:sldLayoutMkLst>
        </pc:sldLayoutChg>
        <pc:sldLayoutChg chg="del">
          <pc:chgData name="שגיא אייזנברג" userId="929fe2871869543c" providerId="LiveId" clId="{95D999C9-3F5B-4C29-A6C7-64C6AB75A24B}" dt="2026-06-02T18:04:20.251" v="24" actId="47"/>
          <pc:sldLayoutMkLst>
            <pc:docMk/>
            <pc:sldMasterMk cId="508317986" sldId="2147483676"/>
            <pc:sldLayoutMk cId="2674971320" sldId="2147483714"/>
          </pc:sldLayoutMkLst>
        </pc:sldLayoutChg>
        <pc:sldLayoutChg chg="del">
          <pc:chgData name="שגיא אייזנברג" userId="929fe2871869543c" providerId="LiveId" clId="{95D999C9-3F5B-4C29-A6C7-64C6AB75A24B}" dt="2026-06-02T18:04:25.365" v="37" actId="47"/>
          <pc:sldLayoutMkLst>
            <pc:docMk/>
            <pc:sldMasterMk cId="508317986" sldId="2147483676"/>
            <pc:sldLayoutMk cId="2620561840" sldId="2147483716"/>
          </pc:sldLayoutMkLst>
        </pc:sldLayoutChg>
        <pc:sldLayoutChg chg="del">
          <pc:chgData name="שגיא אייזנברג" userId="929fe2871869543c" providerId="LiveId" clId="{95D999C9-3F5B-4C29-A6C7-64C6AB75A24B}" dt="2026-06-02T18:04:24.843" v="36" actId="47"/>
          <pc:sldLayoutMkLst>
            <pc:docMk/>
            <pc:sldMasterMk cId="508317986" sldId="2147483676"/>
            <pc:sldLayoutMk cId="2474742023" sldId="2147483717"/>
          </pc:sldLayoutMkLst>
        </pc:sldLayoutChg>
        <pc:sldLayoutChg chg="del">
          <pc:chgData name="שגיא אייזנברג" userId="929fe2871869543c" providerId="LiveId" clId="{95D999C9-3F5B-4C29-A6C7-64C6AB75A24B}" dt="2026-06-02T18:04:24.307" v="35" actId="47"/>
          <pc:sldLayoutMkLst>
            <pc:docMk/>
            <pc:sldMasterMk cId="508317986" sldId="2147483676"/>
            <pc:sldLayoutMk cId="611401553" sldId="2147483718"/>
          </pc:sldLayoutMkLst>
        </pc:sldLayoutChg>
      </pc:sldMasterChg>
      <pc:sldMasterChg chg="delSldLayout">
        <pc:chgData name="שגיא אייזנברג" userId="929fe2871869543c" providerId="LiveId" clId="{95D999C9-3F5B-4C29-A6C7-64C6AB75A24B}" dt="2026-06-02T18:04:18.624" v="21" actId="47"/>
        <pc:sldMasterMkLst>
          <pc:docMk/>
          <pc:sldMasterMk cId="1235334806" sldId="2147483694"/>
        </pc:sldMasterMkLst>
        <pc:sldLayoutChg chg="del">
          <pc:chgData name="שגיא אייזנברג" userId="929fe2871869543c" providerId="LiveId" clId="{95D999C9-3F5B-4C29-A6C7-64C6AB75A24B}" dt="2026-06-02T18:04:16.646" v="10" actId="47"/>
          <pc:sldLayoutMkLst>
            <pc:docMk/>
            <pc:sldMasterMk cId="1235334806" sldId="2147483694"/>
            <pc:sldLayoutMk cId="1933456822" sldId="2147483715"/>
          </pc:sldLayoutMkLst>
        </pc:sldLayoutChg>
        <pc:sldLayoutChg chg="del">
          <pc:chgData name="שגיא אייזנברג" userId="929fe2871869543c" providerId="LiveId" clId="{95D999C9-3F5B-4C29-A6C7-64C6AB75A24B}" dt="2026-06-02T18:04:18.460" v="20" actId="47"/>
          <pc:sldLayoutMkLst>
            <pc:docMk/>
            <pc:sldMasterMk cId="1235334806" sldId="2147483694"/>
            <pc:sldLayoutMk cId="1865289537" sldId="2147483719"/>
          </pc:sldLayoutMkLst>
        </pc:sldLayoutChg>
        <pc:sldLayoutChg chg="del">
          <pc:chgData name="שגיא אייזנברג" userId="929fe2871869543c" providerId="LiveId" clId="{95D999C9-3F5B-4C29-A6C7-64C6AB75A24B}" dt="2026-06-02T18:04:18.624" v="21" actId="47"/>
          <pc:sldLayoutMkLst>
            <pc:docMk/>
            <pc:sldMasterMk cId="1235334806" sldId="2147483694"/>
            <pc:sldLayoutMk cId="1987435691" sldId="2147483720"/>
          </pc:sldLayoutMkLst>
        </pc:sldLayoutChg>
      </pc:sldMaster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E944D6B-B887-4BC6-A0E4-01DC35D29ECF}" type="doc">
      <dgm:prSet loTypeId="urn:microsoft.com/office/officeart/2005/8/layout/vList2" loCatId="list" qsTypeId="urn:microsoft.com/office/officeart/2005/8/quickstyle/simple1" qsCatId="simple" csTypeId="urn:microsoft.com/office/officeart/2005/8/colors/accent1_2" csCatId="accent1" phldr="1"/>
      <dgm:spPr/>
      <dgm:t>
        <a:bodyPr/>
        <a:lstStyle/>
        <a:p>
          <a:pPr rtl="1"/>
          <a:endParaRPr lang="he-IL"/>
        </a:p>
      </dgm:t>
    </dgm:pt>
    <dgm:pt modelId="{C405DC68-49B6-4FAB-A444-7CD521B26239}">
      <dgm:prSet phldrT="[Text]"/>
      <dgm:spPr/>
      <dgm:t>
        <a:bodyPr/>
        <a:lstStyle/>
        <a:p>
          <a:pPr algn="l" rtl="1"/>
          <a:r>
            <a:rPr lang="en-US" dirty="0"/>
            <a:t>Internet of Things (IoT)</a:t>
          </a:r>
          <a:endParaRPr lang="he-IL" dirty="0"/>
        </a:p>
      </dgm:t>
    </dgm:pt>
    <dgm:pt modelId="{8DD1464C-7CAA-43C8-9001-D123D4ADEEAD}" type="parTrans" cxnId="{4249472C-BCF3-44ED-861C-E7F35A3A58C2}">
      <dgm:prSet/>
      <dgm:spPr/>
      <dgm:t>
        <a:bodyPr/>
        <a:lstStyle/>
        <a:p>
          <a:pPr rtl="1"/>
          <a:endParaRPr lang="he-IL"/>
        </a:p>
      </dgm:t>
    </dgm:pt>
    <dgm:pt modelId="{EFEB8261-78F4-4710-8A9A-55661E041722}" type="sibTrans" cxnId="{4249472C-BCF3-44ED-861C-E7F35A3A58C2}">
      <dgm:prSet/>
      <dgm:spPr/>
      <dgm:t>
        <a:bodyPr/>
        <a:lstStyle/>
        <a:p>
          <a:pPr rtl="1"/>
          <a:endParaRPr lang="he-IL"/>
        </a:p>
      </dgm:t>
    </dgm:pt>
    <dgm:pt modelId="{283420FE-B701-4A0B-B208-6787CD447C73}">
      <dgm:prSet phldrT="[Text]"/>
      <dgm:spPr/>
      <dgm:t>
        <a:bodyPr/>
        <a:lstStyle/>
        <a:p>
          <a:pPr algn="l" rtl="0"/>
          <a:r>
            <a:rPr lang="en-US" dirty="0"/>
            <a:t>DNS Security</a:t>
          </a:r>
          <a:endParaRPr lang="he-IL" dirty="0"/>
        </a:p>
      </dgm:t>
    </dgm:pt>
    <dgm:pt modelId="{F47C176C-BBBF-4D8D-8F00-2C066EF4CDF7}" type="parTrans" cxnId="{B68B07A9-61E9-471E-90A4-6458BB12F2F6}">
      <dgm:prSet/>
      <dgm:spPr/>
      <dgm:t>
        <a:bodyPr/>
        <a:lstStyle/>
        <a:p>
          <a:pPr rtl="1"/>
          <a:endParaRPr lang="he-IL"/>
        </a:p>
      </dgm:t>
    </dgm:pt>
    <dgm:pt modelId="{6739A985-0095-473C-BCD8-FDC044BB884C}" type="sibTrans" cxnId="{B68B07A9-61E9-471E-90A4-6458BB12F2F6}">
      <dgm:prSet/>
      <dgm:spPr/>
      <dgm:t>
        <a:bodyPr/>
        <a:lstStyle/>
        <a:p>
          <a:pPr rtl="1"/>
          <a:endParaRPr lang="he-IL"/>
        </a:p>
      </dgm:t>
    </dgm:pt>
    <dgm:pt modelId="{D06DD156-44DF-401E-913D-F5C44000AD89}">
      <dgm:prSet phldrT="[Text]"/>
      <dgm:spPr/>
      <dgm:t>
        <a:bodyPr/>
        <a:lstStyle/>
        <a:p>
          <a:pPr algn="l" rtl="1"/>
          <a:r>
            <a:rPr lang="en-US" dirty="0"/>
            <a:t>Encrypted Traffic Classification</a:t>
          </a:r>
          <a:endParaRPr lang="he-IL" dirty="0"/>
        </a:p>
      </dgm:t>
    </dgm:pt>
    <dgm:pt modelId="{1F40BAA4-E5A8-41D3-B957-C50F45E09799}" type="parTrans" cxnId="{6F8375C9-E8ED-4B9C-BC8A-3589353E9D7B}">
      <dgm:prSet/>
      <dgm:spPr/>
      <dgm:t>
        <a:bodyPr/>
        <a:lstStyle/>
        <a:p>
          <a:pPr rtl="1"/>
          <a:endParaRPr lang="he-IL"/>
        </a:p>
      </dgm:t>
    </dgm:pt>
    <dgm:pt modelId="{F64821C5-7B0C-41AE-AF97-7B80AD9631C1}" type="sibTrans" cxnId="{6F8375C9-E8ED-4B9C-BC8A-3589353E9D7B}">
      <dgm:prSet/>
      <dgm:spPr/>
      <dgm:t>
        <a:bodyPr/>
        <a:lstStyle/>
        <a:p>
          <a:pPr rtl="1"/>
          <a:endParaRPr lang="he-IL"/>
        </a:p>
      </dgm:t>
    </dgm:pt>
    <dgm:pt modelId="{2D994B35-5CAB-4034-8C71-37BB8E885305}">
      <dgm:prSet phldrT="[Text]"/>
      <dgm:spPr/>
      <dgm:t>
        <a:bodyPr/>
        <a:lstStyle/>
        <a:p>
          <a:pPr rtl="0"/>
          <a:r>
            <a:rPr lang="en-US" dirty="0"/>
            <a:t>CVE mining</a:t>
          </a:r>
          <a:endParaRPr lang="he-IL" dirty="0"/>
        </a:p>
      </dgm:t>
    </dgm:pt>
    <dgm:pt modelId="{BD56A848-4C47-4787-ACA9-8C0F477632D3}" type="parTrans" cxnId="{C765A5B7-090A-4FC8-95F1-8D8B7A0D1ABC}">
      <dgm:prSet/>
      <dgm:spPr/>
      <dgm:t>
        <a:bodyPr/>
        <a:lstStyle/>
        <a:p>
          <a:pPr rtl="1"/>
          <a:endParaRPr lang="he-IL"/>
        </a:p>
      </dgm:t>
    </dgm:pt>
    <dgm:pt modelId="{148E9C4C-D496-45CC-B803-DE3A3FCB42B5}" type="sibTrans" cxnId="{C765A5B7-090A-4FC8-95F1-8D8B7A0D1ABC}">
      <dgm:prSet/>
      <dgm:spPr/>
      <dgm:t>
        <a:bodyPr/>
        <a:lstStyle/>
        <a:p>
          <a:pPr rtl="1"/>
          <a:endParaRPr lang="he-IL"/>
        </a:p>
      </dgm:t>
    </dgm:pt>
    <dgm:pt modelId="{62437389-DA6A-4C36-AF8C-9C3ED5CAAE81}">
      <dgm:prSet phldrT="[Text]"/>
      <dgm:spPr/>
      <dgm:t>
        <a:bodyPr/>
        <a:lstStyle/>
        <a:p>
          <a:pPr algn="l" rtl="1"/>
          <a:r>
            <a:rPr lang="en-US" dirty="0"/>
            <a:t>Cloud</a:t>
          </a:r>
          <a:endParaRPr lang="he-IL" dirty="0"/>
        </a:p>
      </dgm:t>
    </dgm:pt>
    <dgm:pt modelId="{C96CC89D-9376-4415-B6C9-AC9265321FB1}" type="parTrans" cxnId="{A9F2E818-66EB-46A1-9432-8C0C421ADF42}">
      <dgm:prSet/>
      <dgm:spPr/>
      <dgm:t>
        <a:bodyPr/>
        <a:lstStyle/>
        <a:p>
          <a:pPr rtl="1"/>
          <a:endParaRPr lang="he-IL"/>
        </a:p>
      </dgm:t>
    </dgm:pt>
    <dgm:pt modelId="{BB6CEC22-0724-4ED6-A6E8-33E464CAD388}" type="sibTrans" cxnId="{A9F2E818-66EB-46A1-9432-8C0C421ADF42}">
      <dgm:prSet/>
      <dgm:spPr/>
      <dgm:t>
        <a:bodyPr/>
        <a:lstStyle/>
        <a:p>
          <a:pPr rtl="1"/>
          <a:endParaRPr lang="he-IL"/>
        </a:p>
      </dgm:t>
    </dgm:pt>
    <dgm:pt modelId="{68C8ACB2-ABBB-426D-A72B-7268D5ACDF3B}">
      <dgm:prSet/>
      <dgm:spPr/>
      <dgm:t>
        <a:bodyPr/>
        <a:lstStyle/>
        <a:p>
          <a:pPr algn="l" rtl="1"/>
          <a:r>
            <a:rPr lang="en-US" dirty="0"/>
            <a:t>Denial of Service Attacks</a:t>
          </a:r>
          <a:endParaRPr lang="he-IL" dirty="0"/>
        </a:p>
      </dgm:t>
    </dgm:pt>
    <dgm:pt modelId="{083B7D99-EB97-4C25-AE22-C2750E4B6B9A}" type="parTrans" cxnId="{97C5FAED-38D0-4717-A9DE-A2304A1851AB}">
      <dgm:prSet/>
      <dgm:spPr/>
      <dgm:t>
        <a:bodyPr/>
        <a:lstStyle/>
        <a:p>
          <a:pPr rtl="1"/>
          <a:endParaRPr lang="he-IL"/>
        </a:p>
      </dgm:t>
    </dgm:pt>
    <dgm:pt modelId="{53EFB31B-5F1C-4B08-93D9-CF3883A91F60}" type="sibTrans" cxnId="{97C5FAED-38D0-4717-A9DE-A2304A1851AB}">
      <dgm:prSet/>
      <dgm:spPr/>
      <dgm:t>
        <a:bodyPr/>
        <a:lstStyle/>
        <a:p>
          <a:pPr rtl="1"/>
          <a:endParaRPr lang="he-IL"/>
        </a:p>
      </dgm:t>
    </dgm:pt>
    <dgm:pt modelId="{C53EE08F-11EF-4FE4-93C5-C5EC402B3D22}">
      <dgm:prSet/>
      <dgm:spPr/>
      <dgm:t>
        <a:bodyPr/>
        <a:lstStyle/>
        <a:p>
          <a:pPr algn="l" rtl="1"/>
          <a:r>
            <a:rPr lang="en-US" dirty="0"/>
            <a:t>NFV\SDN</a:t>
          </a:r>
          <a:endParaRPr lang="he-IL" dirty="0"/>
        </a:p>
      </dgm:t>
    </dgm:pt>
    <dgm:pt modelId="{17FFF3D7-D812-439D-B807-110E7BBAF75D}" type="parTrans" cxnId="{671990A4-F2E2-492A-A6C7-64A789F10CBF}">
      <dgm:prSet/>
      <dgm:spPr/>
      <dgm:t>
        <a:bodyPr/>
        <a:lstStyle/>
        <a:p>
          <a:pPr rtl="1"/>
          <a:endParaRPr lang="he-IL"/>
        </a:p>
      </dgm:t>
    </dgm:pt>
    <dgm:pt modelId="{74A550D1-7B72-420A-9F10-436E65A2D077}" type="sibTrans" cxnId="{671990A4-F2E2-492A-A6C7-64A789F10CBF}">
      <dgm:prSet/>
      <dgm:spPr/>
      <dgm:t>
        <a:bodyPr/>
        <a:lstStyle/>
        <a:p>
          <a:pPr rtl="1"/>
          <a:endParaRPr lang="he-IL"/>
        </a:p>
      </dgm:t>
    </dgm:pt>
    <dgm:pt modelId="{21343E90-AEC0-4857-ADC5-8A5351FCB220}">
      <dgm:prSet/>
      <dgm:spPr/>
      <dgm:t>
        <a:bodyPr/>
        <a:lstStyle/>
        <a:p>
          <a:pPr algn="l" rtl="1"/>
          <a:r>
            <a:rPr lang="en-US" dirty="0"/>
            <a:t>Cyber security                              </a:t>
          </a:r>
          <a:endParaRPr lang="he-IL" dirty="0"/>
        </a:p>
      </dgm:t>
    </dgm:pt>
    <dgm:pt modelId="{B5747EA0-944A-42EB-AB88-2DE375B1C92B}" type="parTrans" cxnId="{3C5D269C-18D5-4A80-8896-DBDC508DA88C}">
      <dgm:prSet/>
      <dgm:spPr/>
      <dgm:t>
        <a:bodyPr/>
        <a:lstStyle/>
        <a:p>
          <a:pPr rtl="1"/>
          <a:endParaRPr lang="he-IL"/>
        </a:p>
      </dgm:t>
    </dgm:pt>
    <dgm:pt modelId="{B436793C-C776-4E88-93C1-7753CE91240B}" type="sibTrans" cxnId="{3C5D269C-18D5-4A80-8896-DBDC508DA88C}">
      <dgm:prSet/>
      <dgm:spPr/>
      <dgm:t>
        <a:bodyPr/>
        <a:lstStyle/>
        <a:p>
          <a:pPr rtl="1"/>
          <a:endParaRPr lang="he-IL"/>
        </a:p>
      </dgm:t>
    </dgm:pt>
    <dgm:pt modelId="{136D18FB-5AD7-4C60-ACF0-282DB8834F58}" type="pres">
      <dgm:prSet presAssocID="{FE944D6B-B887-4BC6-A0E4-01DC35D29ECF}" presName="linear" presStyleCnt="0">
        <dgm:presLayoutVars>
          <dgm:animLvl val="lvl"/>
          <dgm:resizeHandles val="exact"/>
        </dgm:presLayoutVars>
      </dgm:prSet>
      <dgm:spPr/>
    </dgm:pt>
    <dgm:pt modelId="{68160D2B-ADA0-4CBA-8DC9-67A65F4CBC93}" type="pres">
      <dgm:prSet presAssocID="{C405DC68-49B6-4FAB-A444-7CD521B26239}" presName="parentText" presStyleLbl="node1" presStyleIdx="0" presStyleCnt="8">
        <dgm:presLayoutVars>
          <dgm:chMax val="0"/>
          <dgm:bulletEnabled val="1"/>
        </dgm:presLayoutVars>
      </dgm:prSet>
      <dgm:spPr/>
    </dgm:pt>
    <dgm:pt modelId="{695DB73E-AF38-4796-A8F3-C04CCB48C68F}" type="pres">
      <dgm:prSet presAssocID="{EFEB8261-78F4-4710-8A9A-55661E041722}" presName="spacer" presStyleCnt="0"/>
      <dgm:spPr/>
    </dgm:pt>
    <dgm:pt modelId="{F0F5A2AE-0F23-468C-860C-F159C3FB9CBC}" type="pres">
      <dgm:prSet presAssocID="{283420FE-B701-4A0B-B208-6787CD447C73}" presName="parentText" presStyleLbl="node1" presStyleIdx="1" presStyleCnt="8">
        <dgm:presLayoutVars>
          <dgm:chMax val="0"/>
          <dgm:bulletEnabled val="1"/>
        </dgm:presLayoutVars>
      </dgm:prSet>
      <dgm:spPr/>
    </dgm:pt>
    <dgm:pt modelId="{DDDAC0FB-9B96-4DB1-98E0-3A1CC7FDFE60}" type="pres">
      <dgm:prSet presAssocID="{6739A985-0095-473C-BCD8-FDC044BB884C}" presName="spacer" presStyleCnt="0"/>
      <dgm:spPr/>
    </dgm:pt>
    <dgm:pt modelId="{E6610CEC-DB60-40E6-A9CC-16AB0392D6C8}" type="pres">
      <dgm:prSet presAssocID="{68C8ACB2-ABBB-426D-A72B-7268D5ACDF3B}" presName="parentText" presStyleLbl="node1" presStyleIdx="2" presStyleCnt="8">
        <dgm:presLayoutVars>
          <dgm:chMax val="0"/>
          <dgm:bulletEnabled val="1"/>
        </dgm:presLayoutVars>
      </dgm:prSet>
      <dgm:spPr/>
    </dgm:pt>
    <dgm:pt modelId="{8896AF34-A453-4902-940F-E1C30F0C5C1F}" type="pres">
      <dgm:prSet presAssocID="{53EFB31B-5F1C-4B08-93D9-CF3883A91F60}" presName="spacer" presStyleCnt="0"/>
      <dgm:spPr/>
    </dgm:pt>
    <dgm:pt modelId="{28F061E4-A6FB-4B2C-8053-71AA3BF3AB00}" type="pres">
      <dgm:prSet presAssocID="{C53EE08F-11EF-4FE4-93C5-C5EC402B3D22}" presName="parentText" presStyleLbl="node1" presStyleIdx="3" presStyleCnt="8">
        <dgm:presLayoutVars>
          <dgm:chMax val="0"/>
          <dgm:bulletEnabled val="1"/>
        </dgm:presLayoutVars>
      </dgm:prSet>
      <dgm:spPr/>
    </dgm:pt>
    <dgm:pt modelId="{3B93FBDA-3C2D-4662-B2A5-4EFC1FAE07C7}" type="pres">
      <dgm:prSet presAssocID="{74A550D1-7B72-420A-9F10-436E65A2D077}" presName="spacer" presStyleCnt="0"/>
      <dgm:spPr/>
    </dgm:pt>
    <dgm:pt modelId="{B81974DE-ACD4-493A-84F7-7B9F60ADC6B7}" type="pres">
      <dgm:prSet presAssocID="{D06DD156-44DF-401E-913D-F5C44000AD89}" presName="parentText" presStyleLbl="node1" presStyleIdx="4" presStyleCnt="8">
        <dgm:presLayoutVars>
          <dgm:chMax val="0"/>
          <dgm:bulletEnabled val="1"/>
        </dgm:presLayoutVars>
      </dgm:prSet>
      <dgm:spPr/>
    </dgm:pt>
    <dgm:pt modelId="{5FFDDD51-F4F8-4308-A03F-2A4F82C5260C}" type="pres">
      <dgm:prSet presAssocID="{F64821C5-7B0C-41AE-AF97-7B80AD9631C1}" presName="spacer" presStyleCnt="0"/>
      <dgm:spPr/>
    </dgm:pt>
    <dgm:pt modelId="{CF71B318-B26D-4E35-9CC0-CF63A1869A11}" type="pres">
      <dgm:prSet presAssocID="{2D994B35-5CAB-4034-8C71-37BB8E885305}" presName="parentText" presStyleLbl="node1" presStyleIdx="5" presStyleCnt="8">
        <dgm:presLayoutVars>
          <dgm:chMax val="0"/>
          <dgm:bulletEnabled val="1"/>
        </dgm:presLayoutVars>
      </dgm:prSet>
      <dgm:spPr/>
    </dgm:pt>
    <dgm:pt modelId="{43719798-A230-4319-8D3B-BF1F16B3E2F1}" type="pres">
      <dgm:prSet presAssocID="{148E9C4C-D496-45CC-B803-DE3A3FCB42B5}" presName="spacer" presStyleCnt="0"/>
      <dgm:spPr/>
    </dgm:pt>
    <dgm:pt modelId="{5A6EB454-9588-46D4-99DA-2A30170DD9EA}" type="pres">
      <dgm:prSet presAssocID="{62437389-DA6A-4C36-AF8C-9C3ED5CAAE81}" presName="parentText" presStyleLbl="node1" presStyleIdx="6" presStyleCnt="8" custLinFactNeighborX="1688" custLinFactNeighborY="3322">
        <dgm:presLayoutVars>
          <dgm:chMax val="0"/>
          <dgm:bulletEnabled val="1"/>
        </dgm:presLayoutVars>
      </dgm:prSet>
      <dgm:spPr/>
    </dgm:pt>
    <dgm:pt modelId="{1C680C4F-EFDE-41BE-84FC-30015053DFEA}" type="pres">
      <dgm:prSet presAssocID="{BB6CEC22-0724-4ED6-A6E8-33E464CAD388}" presName="spacer" presStyleCnt="0"/>
      <dgm:spPr/>
    </dgm:pt>
    <dgm:pt modelId="{EED3D153-0AC9-4746-84A3-FCDAF6660680}" type="pres">
      <dgm:prSet presAssocID="{21343E90-AEC0-4857-ADC5-8A5351FCB220}" presName="parentText" presStyleLbl="node1" presStyleIdx="7" presStyleCnt="8">
        <dgm:presLayoutVars>
          <dgm:chMax val="0"/>
          <dgm:bulletEnabled val="1"/>
        </dgm:presLayoutVars>
      </dgm:prSet>
      <dgm:spPr/>
    </dgm:pt>
  </dgm:ptLst>
  <dgm:cxnLst>
    <dgm:cxn modelId="{BA643A04-547D-4A1A-AAB0-1ABF8EA990DD}" type="presOf" srcId="{D06DD156-44DF-401E-913D-F5C44000AD89}" destId="{B81974DE-ACD4-493A-84F7-7B9F60ADC6B7}" srcOrd="0" destOrd="0" presId="urn:microsoft.com/office/officeart/2005/8/layout/vList2"/>
    <dgm:cxn modelId="{A9F2E818-66EB-46A1-9432-8C0C421ADF42}" srcId="{FE944D6B-B887-4BC6-A0E4-01DC35D29ECF}" destId="{62437389-DA6A-4C36-AF8C-9C3ED5CAAE81}" srcOrd="6" destOrd="0" parTransId="{C96CC89D-9376-4415-B6C9-AC9265321FB1}" sibTransId="{BB6CEC22-0724-4ED6-A6E8-33E464CAD388}"/>
    <dgm:cxn modelId="{4249472C-BCF3-44ED-861C-E7F35A3A58C2}" srcId="{FE944D6B-B887-4BC6-A0E4-01DC35D29ECF}" destId="{C405DC68-49B6-4FAB-A444-7CD521B26239}" srcOrd="0" destOrd="0" parTransId="{8DD1464C-7CAA-43C8-9001-D123D4ADEEAD}" sibTransId="{EFEB8261-78F4-4710-8A9A-55661E041722}"/>
    <dgm:cxn modelId="{A2160E3E-055D-44BA-B28C-8F6DCEAB505F}" type="presOf" srcId="{2D994B35-5CAB-4034-8C71-37BB8E885305}" destId="{CF71B318-B26D-4E35-9CC0-CF63A1869A11}" srcOrd="0" destOrd="0" presId="urn:microsoft.com/office/officeart/2005/8/layout/vList2"/>
    <dgm:cxn modelId="{FE7D694C-0277-436F-A193-4F616A313D96}" type="presOf" srcId="{FE944D6B-B887-4BC6-A0E4-01DC35D29ECF}" destId="{136D18FB-5AD7-4C60-ACF0-282DB8834F58}" srcOrd="0" destOrd="0" presId="urn:microsoft.com/office/officeart/2005/8/layout/vList2"/>
    <dgm:cxn modelId="{EE20A998-731E-4B2C-B0B4-9DB1BD5B8858}" type="presOf" srcId="{68C8ACB2-ABBB-426D-A72B-7268D5ACDF3B}" destId="{E6610CEC-DB60-40E6-A9CC-16AB0392D6C8}" srcOrd="0" destOrd="0" presId="urn:microsoft.com/office/officeart/2005/8/layout/vList2"/>
    <dgm:cxn modelId="{3C5D269C-18D5-4A80-8896-DBDC508DA88C}" srcId="{FE944D6B-B887-4BC6-A0E4-01DC35D29ECF}" destId="{21343E90-AEC0-4857-ADC5-8A5351FCB220}" srcOrd="7" destOrd="0" parTransId="{B5747EA0-944A-42EB-AB88-2DE375B1C92B}" sibTransId="{B436793C-C776-4E88-93C1-7753CE91240B}"/>
    <dgm:cxn modelId="{671990A4-F2E2-492A-A6C7-64A789F10CBF}" srcId="{FE944D6B-B887-4BC6-A0E4-01DC35D29ECF}" destId="{C53EE08F-11EF-4FE4-93C5-C5EC402B3D22}" srcOrd="3" destOrd="0" parTransId="{17FFF3D7-D812-439D-B807-110E7BBAF75D}" sibTransId="{74A550D1-7B72-420A-9F10-436E65A2D077}"/>
    <dgm:cxn modelId="{B68B07A9-61E9-471E-90A4-6458BB12F2F6}" srcId="{FE944D6B-B887-4BC6-A0E4-01DC35D29ECF}" destId="{283420FE-B701-4A0B-B208-6787CD447C73}" srcOrd="1" destOrd="0" parTransId="{F47C176C-BBBF-4D8D-8F00-2C066EF4CDF7}" sibTransId="{6739A985-0095-473C-BCD8-FDC044BB884C}"/>
    <dgm:cxn modelId="{C765A5B7-090A-4FC8-95F1-8D8B7A0D1ABC}" srcId="{FE944D6B-B887-4BC6-A0E4-01DC35D29ECF}" destId="{2D994B35-5CAB-4034-8C71-37BB8E885305}" srcOrd="5" destOrd="0" parTransId="{BD56A848-4C47-4787-ACA9-8C0F477632D3}" sibTransId="{148E9C4C-D496-45CC-B803-DE3A3FCB42B5}"/>
    <dgm:cxn modelId="{6F8375C9-E8ED-4B9C-BC8A-3589353E9D7B}" srcId="{FE944D6B-B887-4BC6-A0E4-01DC35D29ECF}" destId="{D06DD156-44DF-401E-913D-F5C44000AD89}" srcOrd="4" destOrd="0" parTransId="{1F40BAA4-E5A8-41D3-B957-C50F45E09799}" sibTransId="{F64821C5-7B0C-41AE-AF97-7B80AD9631C1}"/>
    <dgm:cxn modelId="{99CC07D3-5F5C-487B-A40F-5C20A2568876}" type="presOf" srcId="{C53EE08F-11EF-4FE4-93C5-C5EC402B3D22}" destId="{28F061E4-A6FB-4B2C-8053-71AA3BF3AB00}" srcOrd="0" destOrd="0" presId="urn:microsoft.com/office/officeart/2005/8/layout/vList2"/>
    <dgm:cxn modelId="{6555F9D6-021E-418F-B45C-1CB33B1FC41D}" type="presOf" srcId="{C405DC68-49B6-4FAB-A444-7CD521B26239}" destId="{68160D2B-ADA0-4CBA-8DC9-67A65F4CBC93}" srcOrd="0" destOrd="0" presId="urn:microsoft.com/office/officeart/2005/8/layout/vList2"/>
    <dgm:cxn modelId="{3A46B9E2-A3E9-463A-9936-81F79B5AF732}" type="presOf" srcId="{283420FE-B701-4A0B-B208-6787CD447C73}" destId="{F0F5A2AE-0F23-468C-860C-F159C3FB9CBC}" srcOrd="0" destOrd="0" presId="urn:microsoft.com/office/officeart/2005/8/layout/vList2"/>
    <dgm:cxn modelId="{A8F569E5-8632-48D7-A20A-60586FB86D84}" type="presOf" srcId="{21343E90-AEC0-4857-ADC5-8A5351FCB220}" destId="{EED3D153-0AC9-4746-84A3-FCDAF6660680}" srcOrd="0" destOrd="0" presId="urn:microsoft.com/office/officeart/2005/8/layout/vList2"/>
    <dgm:cxn modelId="{97C5FAED-38D0-4717-A9DE-A2304A1851AB}" srcId="{FE944D6B-B887-4BC6-A0E4-01DC35D29ECF}" destId="{68C8ACB2-ABBB-426D-A72B-7268D5ACDF3B}" srcOrd="2" destOrd="0" parTransId="{083B7D99-EB97-4C25-AE22-C2750E4B6B9A}" sibTransId="{53EFB31B-5F1C-4B08-93D9-CF3883A91F60}"/>
    <dgm:cxn modelId="{859A61F8-9441-47C3-84AF-E1BB399BF6AA}" type="presOf" srcId="{62437389-DA6A-4C36-AF8C-9C3ED5CAAE81}" destId="{5A6EB454-9588-46D4-99DA-2A30170DD9EA}" srcOrd="0" destOrd="0" presId="urn:microsoft.com/office/officeart/2005/8/layout/vList2"/>
    <dgm:cxn modelId="{DEFFEFD9-B385-49A4-8C05-52F7D03AA2F3}" type="presParOf" srcId="{136D18FB-5AD7-4C60-ACF0-282DB8834F58}" destId="{68160D2B-ADA0-4CBA-8DC9-67A65F4CBC93}" srcOrd="0" destOrd="0" presId="urn:microsoft.com/office/officeart/2005/8/layout/vList2"/>
    <dgm:cxn modelId="{F3E611EC-7701-4159-9876-D4D4A400F130}" type="presParOf" srcId="{136D18FB-5AD7-4C60-ACF0-282DB8834F58}" destId="{695DB73E-AF38-4796-A8F3-C04CCB48C68F}" srcOrd="1" destOrd="0" presId="urn:microsoft.com/office/officeart/2005/8/layout/vList2"/>
    <dgm:cxn modelId="{B696B927-AF02-42FD-8991-DF945FC59B49}" type="presParOf" srcId="{136D18FB-5AD7-4C60-ACF0-282DB8834F58}" destId="{F0F5A2AE-0F23-468C-860C-F159C3FB9CBC}" srcOrd="2" destOrd="0" presId="urn:microsoft.com/office/officeart/2005/8/layout/vList2"/>
    <dgm:cxn modelId="{3FB71D1A-CDAA-49B0-A208-524C1E0CCDF1}" type="presParOf" srcId="{136D18FB-5AD7-4C60-ACF0-282DB8834F58}" destId="{DDDAC0FB-9B96-4DB1-98E0-3A1CC7FDFE60}" srcOrd="3" destOrd="0" presId="urn:microsoft.com/office/officeart/2005/8/layout/vList2"/>
    <dgm:cxn modelId="{468926C3-E114-47ED-862E-D7A5990F0054}" type="presParOf" srcId="{136D18FB-5AD7-4C60-ACF0-282DB8834F58}" destId="{E6610CEC-DB60-40E6-A9CC-16AB0392D6C8}" srcOrd="4" destOrd="0" presId="urn:microsoft.com/office/officeart/2005/8/layout/vList2"/>
    <dgm:cxn modelId="{0CAB8E4D-9ABB-46E3-A633-73B170DFC010}" type="presParOf" srcId="{136D18FB-5AD7-4C60-ACF0-282DB8834F58}" destId="{8896AF34-A453-4902-940F-E1C30F0C5C1F}" srcOrd="5" destOrd="0" presId="urn:microsoft.com/office/officeart/2005/8/layout/vList2"/>
    <dgm:cxn modelId="{F3A8F66B-3026-422D-9ADA-F49A33520609}" type="presParOf" srcId="{136D18FB-5AD7-4C60-ACF0-282DB8834F58}" destId="{28F061E4-A6FB-4B2C-8053-71AA3BF3AB00}" srcOrd="6" destOrd="0" presId="urn:microsoft.com/office/officeart/2005/8/layout/vList2"/>
    <dgm:cxn modelId="{A296DA5A-2178-418E-9019-E60D432253BB}" type="presParOf" srcId="{136D18FB-5AD7-4C60-ACF0-282DB8834F58}" destId="{3B93FBDA-3C2D-4662-B2A5-4EFC1FAE07C7}" srcOrd="7" destOrd="0" presId="urn:microsoft.com/office/officeart/2005/8/layout/vList2"/>
    <dgm:cxn modelId="{619217AD-1840-4496-AB33-EDC22F0C567A}" type="presParOf" srcId="{136D18FB-5AD7-4C60-ACF0-282DB8834F58}" destId="{B81974DE-ACD4-493A-84F7-7B9F60ADC6B7}" srcOrd="8" destOrd="0" presId="urn:microsoft.com/office/officeart/2005/8/layout/vList2"/>
    <dgm:cxn modelId="{FE96F5EC-3745-4AA7-BF0A-5AEAEB7288F3}" type="presParOf" srcId="{136D18FB-5AD7-4C60-ACF0-282DB8834F58}" destId="{5FFDDD51-F4F8-4308-A03F-2A4F82C5260C}" srcOrd="9" destOrd="0" presId="urn:microsoft.com/office/officeart/2005/8/layout/vList2"/>
    <dgm:cxn modelId="{2A5D8F77-B342-44FD-9C10-EB5E76AE7F80}" type="presParOf" srcId="{136D18FB-5AD7-4C60-ACF0-282DB8834F58}" destId="{CF71B318-B26D-4E35-9CC0-CF63A1869A11}" srcOrd="10" destOrd="0" presId="urn:microsoft.com/office/officeart/2005/8/layout/vList2"/>
    <dgm:cxn modelId="{161A9E58-48D2-4414-81B7-FA8E245D8F65}" type="presParOf" srcId="{136D18FB-5AD7-4C60-ACF0-282DB8834F58}" destId="{43719798-A230-4319-8D3B-BF1F16B3E2F1}" srcOrd="11" destOrd="0" presId="urn:microsoft.com/office/officeart/2005/8/layout/vList2"/>
    <dgm:cxn modelId="{DA59EDC7-C427-4194-A3C9-AA4A740B75F1}" type="presParOf" srcId="{136D18FB-5AD7-4C60-ACF0-282DB8834F58}" destId="{5A6EB454-9588-46D4-99DA-2A30170DD9EA}" srcOrd="12" destOrd="0" presId="urn:microsoft.com/office/officeart/2005/8/layout/vList2"/>
    <dgm:cxn modelId="{2CE56076-03CD-4793-9E6B-A007CFA288EE}" type="presParOf" srcId="{136D18FB-5AD7-4C60-ACF0-282DB8834F58}" destId="{1C680C4F-EFDE-41BE-84FC-30015053DFEA}" srcOrd="13" destOrd="0" presId="urn:microsoft.com/office/officeart/2005/8/layout/vList2"/>
    <dgm:cxn modelId="{38988E99-FF3D-4AEC-8DDD-44D829D2137A}" type="presParOf" srcId="{136D18FB-5AD7-4C60-ACF0-282DB8834F58}" destId="{EED3D153-0AC9-4746-84A3-FCDAF6660680}" srcOrd="14" destOrd="0" presId="urn:microsoft.com/office/officeart/2005/8/layout/vList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8160D2B-ADA0-4CBA-8DC9-67A65F4CBC93}">
      <dsp:nvSpPr>
        <dsp:cNvPr id="0" name=""/>
        <dsp:cNvSpPr/>
      </dsp:nvSpPr>
      <dsp:spPr>
        <a:xfrm>
          <a:off x="0" y="117333"/>
          <a:ext cx="5078702" cy="5850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rtl="1">
            <a:lnSpc>
              <a:spcPct val="90000"/>
            </a:lnSpc>
            <a:spcBef>
              <a:spcPct val="0"/>
            </a:spcBef>
            <a:spcAft>
              <a:spcPct val="35000"/>
            </a:spcAft>
            <a:buNone/>
          </a:pPr>
          <a:r>
            <a:rPr lang="en-US" sz="2500" kern="1200" dirty="0"/>
            <a:t>Internet of Things (IoT)</a:t>
          </a:r>
          <a:endParaRPr lang="he-IL" sz="2500" kern="1200" dirty="0"/>
        </a:p>
      </dsp:txBody>
      <dsp:txXfrm>
        <a:off x="28557" y="145890"/>
        <a:ext cx="5021588" cy="527886"/>
      </dsp:txXfrm>
    </dsp:sp>
    <dsp:sp modelId="{F0F5A2AE-0F23-468C-860C-F159C3FB9CBC}">
      <dsp:nvSpPr>
        <dsp:cNvPr id="0" name=""/>
        <dsp:cNvSpPr/>
      </dsp:nvSpPr>
      <dsp:spPr>
        <a:xfrm>
          <a:off x="0" y="774333"/>
          <a:ext cx="5078702" cy="5850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rtl="0">
            <a:lnSpc>
              <a:spcPct val="90000"/>
            </a:lnSpc>
            <a:spcBef>
              <a:spcPct val="0"/>
            </a:spcBef>
            <a:spcAft>
              <a:spcPct val="35000"/>
            </a:spcAft>
            <a:buNone/>
          </a:pPr>
          <a:r>
            <a:rPr lang="en-US" sz="2500" kern="1200" dirty="0"/>
            <a:t>DNS Security</a:t>
          </a:r>
          <a:endParaRPr lang="he-IL" sz="2500" kern="1200" dirty="0"/>
        </a:p>
      </dsp:txBody>
      <dsp:txXfrm>
        <a:off x="28557" y="802890"/>
        <a:ext cx="5021588" cy="527886"/>
      </dsp:txXfrm>
    </dsp:sp>
    <dsp:sp modelId="{E6610CEC-DB60-40E6-A9CC-16AB0392D6C8}">
      <dsp:nvSpPr>
        <dsp:cNvPr id="0" name=""/>
        <dsp:cNvSpPr/>
      </dsp:nvSpPr>
      <dsp:spPr>
        <a:xfrm>
          <a:off x="0" y="1431333"/>
          <a:ext cx="5078702" cy="5850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rtl="1">
            <a:lnSpc>
              <a:spcPct val="90000"/>
            </a:lnSpc>
            <a:spcBef>
              <a:spcPct val="0"/>
            </a:spcBef>
            <a:spcAft>
              <a:spcPct val="35000"/>
            </a:spcAft>
            <a:buNone/>
          </a:pPr>
          <a:r>
            <a:rPr lang="en-US" sz="2500" kern="1200" dirty="0"/>
            <a:t>Denial of Service Attacks</a:t>
          </a:r>
          <a:endParaRPr lang="he-IL" sz="2500" kern="1200" dirty="0"/>
        </a:p>
      </dsp:txBody>
      <dsp:txXfrm>
        <a:off x="28557" y="1459890"/>
        <a:ext cx="5021588" cy="527886"/>
      </dsp:txXfrm>
    </dsp:sp>
    <dsp:sp modelId="{28F061E4-A6FB-4B2C-8053-71AA3BF3AB00}">
      <dsp:nvSpPr>
        <dsp:cNvPr id="0" name=""/>
        <dsp:cNvSpPr/>
      </dsp:nvSpPr>
      <dsp:spPr>
        <a:xfrm>
          <a:off x="0" y="2088333"/>
          <a:ext cx="5078702" cy="5850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rtl="1">
            <a:lnSpc>
              <a:spcPct val="90000"/>
            </a:lnSpc>
            <a:spcBef>
              <a:spcPct val="0"/>
            </a:spcBef>
            <a:spcAft>
              <a:spcPct val="35000"/>
            </a:spcAft>
            <a:buNone/>
          </a:pPr>
          <a:r>
            <a:rPr lang="en-US" sz="2500" kern="1200" dirty="0"/>
            <a:t>NFV\SDN</a:t>
          </a:r>
          <a:endParaRPr lang="he-IL" sz="2500" kern="1200" dirty="0"/>
        </a:p>
      </dsp:txBody>
      <dsp:txXfrm>
        <a:off x="28557" y="2116890"/>
        <a:ext cx="5021588" cy="527886"/>
      </dsp:txXfrm>
    </dsp:sp>
    <dsp:sp modelId="{B81974DE-ACD4-493A-84F7-7B9F60ADC6B7}">
      <dsp:nvSpPr>
        <dsp:cNvPr id="0" name=""/>
        <dsp:cNvSpPr/>
      </dsp:nvSpPr>
      <dsp:spPr>
        <a:xfrm>
          <a:off x="0" y="2745333"/>
          <a:ext cx="5078702" cy="5850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rtl="1">
            <a:lnSpc>
              <a:spcPct val="90000"/>
            </a:lnSpc>
            <a:spcBef>
              <a:spcPct val="0"/>
            </a:spcBef>
            <a:spcAft>
              <a:spcPct val="35000"/>
            </a:spcAft>
            <a:buNone/>
          </a:pPr>
          <a:r>
            <a:rPr lang="en-US" sz="2500" kern="1200" dirty="0"/>
            <a:t>Encrypted Traffic Classification</a:t>
          </a:r>
          <a:endParaRPr lang="he-IL" sz="2500" kern="1200" dirty="0"/>
        </a:p>
      </dsp:txBody>
      <dsp:txXfrm>
        <a:off x="28557" y="2773890"/>
        <a:ext cx="5021588" cy="527886"/>
      </dsp:txXfrm>
    </dsp:sp>
    <dsp:sp modelId="{CF71B318-B26D-4E35-9CC0-CF63A1869A11}">
      <dsp:nvSpPr>
        <dsp:cNvPr id="0" name=""/>
        <dsp:cNvSpPr/>
      </dsp:nvSpPr>
      <dsp:spPr>
        <a:xfrm>
          <a:off x="0" y="3402333"/>
          <a:ext cx="5078702" cy="5850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rtl="0">
            <a:lnSpc>
              <a:spcPct val="90000"/>
            </a:lnSpc>
            <a:spcBef>
              <a:spcPct val="0"/>
            </a:spcBef>
            <a:spcAft>
              <a:spcPct val="35000"/>
            </a:spcAft>
            <a:buNone/>
          </a:pPr>
          <a:r>
            <a:rPr lang="en-US" sz="2500" kern="1200" dirty="0"/>
            <a:t>CVE mining</a:t>
          </a:r>
          <a:endParaRPr lang="he-IL" sz="2500" kern="1200" dirty="0"/>
        </a:p>
      </dsp:txBody>
      <dsp:txXfrm>
        <a:off x="28557" y="3430890"/>
        <a:ext cx="5021588" cy="527886"/>
      </dsp:txXfrm>
    </dsp:sp>
    <dsp:sp modelId="{5A6EB454-9588-46D4-99DA-2A30170DD9EA}">
      <dsp:nvSpPr>
        <dsp:cNvPr id="0" name=""/>
        <dsp:cNvSpPr/>
      </dsp:nvSpPr>
      <dsp:spPr>
        <a:xfrm>
          <a:off x="0" y="4061725"/>
          <a:ext cx="5078702" cy="5850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rtl="1">
            <a:lnSpc>
              <a:spcPct val="90000"/>
            </a:lnSpc>
            <a:spcBef>
              <a:spcPct val="0"/>
            </a:spcBef>
            <a:spcAft>
              <a:spcPct val="35000"/>
            </a:spcAft>
            <a:buNone/>
          </a:pPr>
          <a:r>
            <a:rPr lang="en-US" sz="2500" kern="1200" dirty="0"/>
            <a:t>Cloud</a:t>
          </a:r>
          <a:endParaRPr lang="he-IL" sz="2500" kern="1200" dirty="0"/>
        </a:p>
      </dsp:txBody>
      <dsp:txXfrm>
        <a:off x="28557" y="4090282"/>
        <a:ext cx="5021588" cy="527886"/>
      </dsp:txXfrm>
    </dsp:sp>
    <dsp:sp modelId="{EED3D153-0AC9-4746-84A3-FCDAF6660680}">
      <dsp:nvSpPr>
        <dsp:cNvPr id="0" name=""/>
        <dsp:cNvSpPr/>
      </dsp:nvSpPr>
      <dsp:spPr>
        <a:xfrm>
          <a:off x="0" y="4716333"/>
          <a:ext cx="5078702" cy="5850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rtl="1">
            <a:lnSpc>
              <a:spcPct val="90000"/>
            </a:lnSpc>
            <a:spcBef>
              <a:spcPct val="0"/>
            </a:spcBef>
            <a:spcAft>
              <a:spcPct val="35000"/>
            </a:spcAft>
            <a:buNone/>
          </a:pPr>
          <a:r>
            <a:rPr lang="en-US" sz="2500" kern="1200" dirty="0"/>
            <a:t>Cyber security                              </a:t>
          </a:r>
          <a:endParaRPr lang="he-IL" sz="2500" kern="1200" dirty="0"/>
        </a:p>
      </dsp:txBody>
      <dsp:txXfrm>
        <a:off x="28557" y="4744890"/>
        <a:ext cx="5021588" cy="527886"/>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3886200" y="0"/>
            <a:ext cx="2971800" cy="457200"/>
          </a:xfrm>
          <a:prstGeom prst="rect">
            <a:avLst/>
          </a:prstGeom>
        </p:spPr>
        <p:txBody>
          <a:bodyPr vert="horz" lIns="91440" tIns="45720" rIns="91440" bIns="45720" rtlCol="1"/>
          <a:lstStyle>
            <a:lvl1pPr algn="r">
              <a:defRPr sz="1200"/>
            </a:lvl1pPr>
          </a:lstStyle>
          <a:p>
            <a:endParaRPr lang="he-IL"/>
          </a:p>
        </p:txBody>
      </p:sp>
      <p:sp>
        <p:nvSpPr>
          <p:cNvPr id="3" name="Date Placeholder 2"/>
          <p:cNvSpPr>
            <a:spLocks noGrp="1"/>
          </p:cNvSpPr>
          <p:nvPr>
            <p:ph type="dt" idx="1"/>
          </p:nvPr>
        </p:nvSpPr>
        <p:spPr>
          <a:xfrm>
            <a:off x="1588" y="0"/>
            <a:ext cx="2971800" cy="457200"/>
          </a:xfrm>
          <a:prstGeom prst="rect">
            <a:avLst/>
          </a:prstGeom>
        </p:spPr>
        <p:txBody>
          <a:bodyPr vert="horz" lIns="91440" tIns="45720" rIns="91440" bIns="45720" rtlCol="1"/>
          <a:lstStyle>
            <a:lvl1pPr algn="l">
              <a:defRPr sz="1200"/>
            </a:lvl1pPr>
          </a:lstStyle>
          <a:p>
            <a:fld id="{2C4B4079-143F-4798-8A8C-B7DCC9160801}" type="datetimeFigureOut">
              <a:rPr lang="he-IL" smtClean="0"/>
              <a:pPr/>
              <a:t>י"ז/סיון/תשפ"ו</a:t>
            </a:fld>
            <a:endParaRPr lang="he-IL"/>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1" anchor="ctr"/>
          <a:lstStyle/>
          <a:p>
            <a:endParaRPr lang="he-IL"/>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1">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6" name="Footer Placeholder 5"/>
          <p:cNvSpPr>
            <a:spLocks noGrp="1"/>
          </p:cNvSpPr>
          <p:nvPr>
            <p:ph type="ftr" sz="quarter" idx="4"/>
          </p:nvPr>
        </p:nvSpPr>
        <p:spPr>
          <a:xfrm>
            <a:off x="3886200" y="8685213"/>
            <a:ext cx="2971800" cy="457200"/>
          </a:xfrm>
          <a:prstGeom prst="rect">
            <a:avLst/>
          </a:prstGeom>
        </p:spPr>
        <p:txBody>
          <a:bodyPr vert="horz" lIns="91440" tIns="45720" rIns="91440" bIns="45720" rtlCol="1" anchor="b"/>
          <a:lstStyle>
            <a:lvl1pPr algn="r">
              <a:defRPr sz="1200"/>
            </a:lvl1pPr>
          </a:lstStyle>
          <a:p>
            <a:endParaRPr lang="he-IL"/>
          </a:p>
        </p:txBody>
      </p:sp>
      <p:sp>
        <p:nvSpPr>
          <p:cNvPr id="7" name="Slide Number Placeholder 6"/>
          <p:cNvSpPr>
            <a:spLocks noGrp="1"/>
          </p:cNvSpPr>
          <p:nvPr>
            <p:ph type="sldNum" sz="quarter" idx="5"/>
          </p:nvPr>
        </p:nvSpPr>
        <p:spPr>
          <a:xfrm>
            <a:off x="1588" y="8685213"/>
            <a:ext cx="2971800" cy="457200"/>
          </a:xfrm>
          <a:prstGeom prst="rect">
            <a:avLst/>
          </a:prstGeom>
        </p:spPr>
        <p:txBody>
          <a:bodyPr vert="horz" lIns="91440" tIns="45720" rIns="91440" bIns="45720" rtlCol="1" anchor="b"/>
          <a:lstStyle>
            <a:lvl1pPr algn="l">
              <a:defRPr sz="1200"/>
            </a:lvl1pPr>
          </a:lstStyle>
          <a:p>
            <a:fld id="{5E444D39-8BA0-4D1F-B2F3-977527D0018F}" type="slidenum">
              <a:rPr lang="he-IL" smtClean="0"/>
              <a:pPr/>
              <a:t>‹#›</a:t>
            </a:fld>
            <a:endParaRPr lang="he-IL"/>
          </a:p>
        </p:txBody>
      </p:sp>
    </p:spTree>
  </p:cSld>
  <p:clrMap bg1="lt1" tx1="dk1" bg2="lt2" tx2="dk2" accent1="accent1" accent2="accent2" accent3="accent3" accent4="accent4" accent5="accent5" accent6="accent6" hlink="hlink" folHlink="folHlink"/>
  <p:notesStyle>
    <a:lvl1pPr marL="0" algn="r" defTabSz="914400" rtl="1" eaLnBrk="1" latinLnBrk="0" hangingPunct="1">
      <a:defRPr sz="1200" kern="1200">
        <a:solidFill>
          <a:schemeClr val="tx1"/>
        </a:solidFill>
        <a:latin typeface="+mn-lt"/>
        <a:ea typeface="+mn-ea"/>
        <a:cs typeface="+mn-cs"/>
      </a:defRPr>
    </a:lvl1pPr>
    <a:lvl2pPr marL="457200" algn="r" defTabSz="914400" rtl="1" eaLnBrk="1" latinLnBrk="0" hangingPunct="1">
      <a:defRPr sz="1200" kern="1200">
        <a:solidFill>
          <a:schemeClr val="tx1"/>
        </a:solidFill>
        <a:latin typeface="+mn-lt"/>
        <a:ea typeface="+mn-ea"/>
        <a:cs typeface="+mn-cs"/>
      </a:defRPr>
    </a:lvl2pPr>
    <a:lvl3pPr marL="914400" algn="r" defTabSz="914400" rtl="1" eaLnBrk="1" latinLnBrk="0" hangingPunct="1">
      <a:defRPr sz="1200" kern="1200">
        <a:solidFill>
          <a:schemeClr val="tx1"/>
        </a:solidFill>
        <a:latin typeface="+mn-lt"/>
        <a:ea typeface="+mn-ea"/>
        <a:cs typeface="+mn-cs"/>
      </a:defRPr>
    </a:lvl3pPr>
    <a:lvl4pPr marL="1371600" algn="r" defTabSz="914400" rtl="1" eaLnBrk="1" latinLnBrk="0" hangingPunct="1">
      <a:defRPr sz="1200" kern="1200">
        <a:solidFill>
          <a:schemeClr val="tx1"/>
        </a:solidFill>
        <a:latin typeface="+mn-lt"/>
        <a:ea typeface="+mn-ea"/>
        <a:cs typeface="+mn-cs"/>
      </a:defRPr>
    </a:lvl4pPr>
    <a:lvl5pPr marL="1828800" algn="r" defTabSz="914400" rtl="1" eaLnBrk="1" latinLnBrk="0" hangingPunct="1">
      <a:defRPr sz="1200" kern="1200">
        <a:solidFill>
          <a:schemeClr val="tx1"/>
        </a:solidFill>
        <a:latin typeface="+mn-lt"/>
        <a:ea typeface="+mn-ea"/>
        <a:cs typeface="+mn-cs"/>
      </a:defRPr>
    </a:lvl5pPr>
    <a:lvl6pPr marL="2286000" algn="r" defTabSz="914400" rtl="1" eaLnBrk="1" latinLnBrk="0" hangingPunct="1">
      <a:defRPr sz="1200" kern="1200">
        <a:solidFill>
          <a:schemeClr val="tx1"/>
        </a:solidFill>
        <a:latin typeface="+mn-lt"/>
        <a:ea typeface="+mn-ea"/>
        <a:cs typeface="+mn-cs"/>
      </a:defRPr>
    </a:lvl6pPr>
    <a:lvl7pPr marL="2743200" algn="r" defTabSz="914400" rtl="1" eaLnBrk="1" latinLnBrk="0" hangingPunct="1">
      <a:defRPr sz="1200" kern="1200">
        <a:solidFill>
          <a:schemeClr val="tx1"/>
        </a:solidFill>
        <a:latin typeface="+mn-lt"/>
        <a:ea typeface="+mn-ea"/>
        <a:cs typeface="+mn-cs"/>
      </a:defRPr>
    </a:lvl7pPr>
    <a:lvl8pPr marL="3200400" algn="r" defTabSz="914400" rtl="1" eaLnBrk="1" latinLnBrk="0" hangingPunct="1">
      <a:defRPr sz="1200" kern="1200">
        <a:solidFill>
          <a:schemeClr val="tx1"/>
        </a:solidFill>
        <a:latin typeface="+mn-lt"/>
        <a:ea typeface="+mn-ea"/>
        <a:cs typeface="+mn-cs"/>
      </a:defRPr>
    </a:lvl8pPr>
    <a:lvl9pPr marL="3657600" algn="r" defTabSz="914400" rtl="1"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2B101BD7-4961-FC4F-8848-4204A7DE72D1}"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92184868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7">
            <a:extLst>
              <a:ext uri="{FF2B5EF4-FFF2-40B4-BE49-F238E27FC236}">
                <a16:creationId xmlns:a16="http://schemas.microsoft.com/office/drawing/2014/main" id="{1EF8F9CA-2F55-75C1-60EF-D9D4D8E60FA3}"/>
              </a:ext>
            </a:extLst>
          </p:cNvPr>
          <p:cNvSpPr>
            <a:spLocks noGrp="1" noChangeArrowheads="1"/>
          </p:cNvSpPr>
          <p:nvPr>
            <p:ph type="sldNum" sz="quarter" idx="5"/>
          </p:nvPr>
        </p:nvSpPr>
        <p:spPr>
          <a:noFill/>
        </p:spPr>
        <p:txBody>
          <a:bodyPr/>
          <a:lstStyle>
            <a:lvl1pPr algn="r" rtl="1">
              <a:spcBef>
                <a:spcPct val="30000"/>
              </a:spcBef>
              <a:defRPr sz="1200">
                <a:solidFill>
                  <a:schemeClr val="tx1"/>
                </a:solidFill>
                <a:latin typeface="Arial" panose="020B0604020202020204" pitchFamily="34" charset="0"/>
                <a:cs typeface="Arial" panose="020B0604020202020204" pitchFamily="34" charset="0"/>
              </a:defRPr>
            </a:lvl1pPr>
            <a:lvl2pPr marL="742950" indent="-285750" algn="r" rtl="1">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lgn="r" rtl="1">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lgn="r" rtl="1">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lgn="r" rtl="1">
              <a:spcBef>
                <a:spcPct val="30000"/>
              </a:spcBef>
              <a:defRPr sz="1200">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l">
              <a:spcBef>
                <a:spcPct val="0"/>
              </a:spcBef>
            </a:pPr>
            <a:fld id="{4598B4B8-787C-4BBC-8FAB-9D9B409723AE}" type="slidenum">
              <a:rPr lang="he-IL" altLang="he-IL"/>
              <a:pPr algn="l">
                <a:spcBef>
                  <a:spcPct val="0"/>
                </a:spcBef>
              </a:pPr>
              <a:t>2</a:t>
            </a:fld>
            <a:endParaRPr lang="en-US" altLang="he-IL"/>
          </a:p>
        </p:txBody>
      </p:sp>
      <p:sp>
        <p:nvSpPr>
          <p:cNvPr id="20483" name="Rectangle 2">
            <a:extLst>
              <a:ext uri="{FF2B5EF4-FFF2-40B4-BE49-F238E27FC236}">
                <a16:creationId xmlns:a16="http://schemas.microsoft.com/office/drawing/2014/main" id="{B55F38F2-0306-97A4-0DB2-9F253065444E}"/>
              </a:ext>
            </a:extLst>
          </p:cNvPr>
          <p:cNvSpPr>
            <a:spLocks noGrp="1" noRot="1" noChangeAspect="1" noChangeArrowheads="1" noTextEdit="1"/>
          </p:cNvSpPr>
          <p:nvPr>
            <p:ph type="sldImg"/>
          </p:nvPr>
        </p:nvSpPr>
        <p:spPr>
          <a:ln/>
        </p:spPr>
      </p:sp>
      <p:sp>
        <p:nvSpPr>
          <p:cNvPr id="20484" name="Rectangle 3">
            <a:extLst>
              <a:ext uri="{FF2B5EF4-FFF2-40B4-BE49-F238E27FC236}">
                <a16:creationId xmlns:a16="http://schemas.microsoft.com/office/drawing/2014/main" id="{12692240-263C-DDD2-C1B7-E44F499182CC}"/>
              </a:ext>
            </a:extLst>
          </p:cNvPr>
          <p:cNvSpPr>
            <a:spLocks noGrp="1" noChangeArrowheads="1"/>
          </p:cNvSpPr>
          <p:nvPr>
            <p:ph type="body" idx="1"/>
          </p:nvPr>
        </p:nvSpPr>
        <p:spPr>
          <a:noFill/>
        </p:spPr>
        <p:txBody>
          <a:bodyPr/>
          <a:lstStyle/>
          <a:p>
            <a:pPr eaLnBrk="1" hangingPunct="1"/>
            <a:endParaRPr lang="he-IL" altLang="he-IL"/>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10000"/>
          </a:bodyPr>
          <a:lstStyle/>
          <a:p>
            <a:r>
              <a:rPr lang="en-US" dirty="0"/>
              <a:t> </a:t>
            </a:r>
            <a:r>
              <a:rPr lang="en-US" baseline="0" dirty="0"/>
              <a:t>about </a:t>
            </a:r>
            <a:r>
              <a:rPr lang="en-US" baseline="0" dirty="0" err="1"/>
              <a:t>middleboxes</a:t>
            </a:r>
            <a:r>
              <a:rPr lang="en-US" baseline="0" dirty="0"/>
              <a:t>, and we will design in this talk </a:t>
            </a:r>
            <a:r>
              <a:rPr lang="en-US" baseline="0" dirty="0" err="1"/>
              <a:t>middlebox</a:t>
            </a:r>
            <a:r>
              <a:rPr lang="en-US" baseline="0" dirty="0"/>
              <a:t> of </a:t>
            </a:r>
            <a:r>
              <a:rPr lang="en-US" baseline="0" dirty="0" err="1"/>
              <a:t>IoT</a:t>
            </a:r>
            <a:r>
              <a:rPr lang="en-US" baseline="0" dirty="0"/>
              <a:t> security</a:t>
            </a:r>
          </a:p>
          <a:p>
            <a:endParaRPr lang="en-US" baseline="0" dirty="0"/>
          </a:p>
          <a:p>
            <a:r>
              <a:rPr lang="en-US" baseline="0" dirty="0" err="1"/>
              <a:t>DDoS</a:t>
            </a:r>
            <a:r>
              <a:rPr lang="en-US" baseline="0" dirty="0"/>
              <a:t> – since my riverhead, the company I founded 20 years ago, that mitigate </a:t>
            </a:r>
            <a:r>
              <a:rPr lang="en-US" baseline="0" dirty="0" err="1"/>
              <a:t>DDoS</a:t>
            </a:r>
            <a:r>
              <a:rPr lang="en-US" baseline="0" dirty="0"/>
              <a:t> attack, </a:t>
            </a:r>
            <a:r>
              <a:rPr lang="en-US" baseline="0" dirty="0" err="1"/>
              <a:t>DDoS</a:t>
            </a:r>
            <a:r>
              <a:rPr lang="en-US" baseline="0" dirty="0"/>
              <a:t> consume resources of the victim, sever, link, router, so it cannot provide service. In my research I </a:t>
            </a:r>
            <a:r>
              <a:rPr lang="en-US" baseline="0" dirty="0" err="1"/>
              <a:t>useally</a:t>
            </a:r>
            <a:r>
              <a:rPr lang="en-US" baseline="0" dirty="0"/>
              <a:t> show new </a:t>
            </a:r>
            <a:r>
              <a:rPr lang="en-US" baseline="0" dirty="0" err="1"/>
              <a:t>DDoS</a:t>
            </a:r>
            <a:r>
              <a:rPr lang="en-US" baseline="0" dirty="0"/>
              <a:t> attacks, and also new mitigation technique.  </a:t>
            </a:r>
          </a:p>
          <a:p>
            <a:r>
              <a:rPr lang="en-US" baseline="0" dirty="0" err="1"/>
              <a:t>IoT</a:t>
            </a:r>
            <a:r>
              <a:rPr lang="en-US" baseline="0" dirty="0"/>
              <a:t> is target of </a:t>
            </a:r>
            <a:r>
              <a:rPr lang="en-US" baseline="0" dirty="0" err="1"/>
              <a:t>DDoS</a:t>
            </a:r>
            <a:r>
              <a:rPr lang="en-US" baseline="0" dirty="0"/>
              <a:t> attack, and also botnets use </a:t>
            </a:r>
            <a:r>
              <a:rPr lang="en-US" baseline="0" dirty="0" err="1"/>
              <a:t>IoT</a:t>
            </a:r>
            <a:r>
              <a:rPr lang="en-US" baseline="0" dirty="0"/>
              <a:t> to launch </a:t>
            </a:r>
            <a:r>
              <a:rPr lang="en-US" baseline="0" dirty="0" err="1"/>
              <a:t>DDoS</a:t>
            </a:r>
            <a:r>
              <a:rPr lang="en-US" baseline="0" dirty="0"/>
              <a:t> attack,</a:t>
            </a:r>
          </a:p>
          <a:p>
            <a:endParaRPr lang="en-US" baseline="0" dirty="0"/>
          </a:p>
          <a:p>
            <a:r>
              <a:rPr lang="en-US" baseline="0" dirty="0"/>
              <a:t>DNS – one of the main target to </a:t>
            </a:r>
            <a:r>
              <a:rPr lang="en-US" baseline="0" dirty="0" err="1"/>
              <a:t>DDoS</a:t>
            </a:r>
            <a:r>
              <a:rPr lang="en-US" baseline="0" dirty="0"/>
              <a:t> attack, is the domain name. DNS responsible to resolve the domain name like tau.ac.il to exact IP.  Well, with the evolving of the Internet, the demand from the DNS protocol has changed also, and it is very active research domain nowadays. My research focus on building more resilience  DNS  protocol especially from the </a:t>
            </a:r>
            <a:r>
              <a:rPr lang="en-US" baseline="0" dirty="0" err="1"/>
              <a:t>DDoS</a:t>
            </a:r>
            <a:r>
              <a:rPr lang="en-US" baseline="0" dirty="0"/>
              <a:t> aspect, note that many of the most harmful </a:t>
            </a:r>
            <a:r>
              <a:rPr lang="en-US" baseline="0" dirty="0" err="1"/>
              <a:t>DDoS</a:t>
            </a:r>
            <a:r>
              <a:rPr lang="en-US" baseline="0" dirty="0"/>
              <a:t> attack were on DNS. Since with no DNS </a:t>
            </a:r>
            <a:r>
              <a:rPr lang="en-US" baseline="0" dirty="0" err="1"/>
              <a:t>reolution</a:t>
            </a:r>
            <a:r>
              <a:rPr lang="en-US" baseline="0" dirty="0"/>
              <a:t> there is no internet. Today DNS will play a major rule in understanding the activity of </a:t>
            </a:r>
            <a:r>
              <a:rPr lang="en-US" baseline="0" dirty="0" err="1"/>
              <a:t>IoT</a:t>
            </a:r>
            <a:r>
              <a:rPr lang="en-US" baseline="0" dirty="0"/>
              <a:t> from the network </a:t>
            </a:r>
            <a:r>
              <a:rPr lang="en-US" baseline="0" dirty="0" err="1"/>
              <a:t>prespective</a:t>
            </a:r>
            <a:r>
              <a:rPr lang="en-US" baseline="0" dirty="0"/>
              <a:t>.</a:t>
            </a:r>
          </a:p>
          <a:p>
            <a:endParaRPr lang="en-US" baseline="0" dirty="0"/>
          </a:p>
          <a:p>
            <a:r>
              <a:rPr lang="en-US" baseline="0" dirty="0"/>
              <a:t>Cloud – the way web application was designed was chanced dramatically in the last ten years. Most web application runs on public or private cloud. Mostly I work again on </a:t>
            </a:r>
            <a:r>
              <a:rPr lang="en-US" baseline="0" dirty="0" err="1"/>
              <a:t>DDoS</a:t>
            </a:r>
            <a:r>
              <a:rPr lang="en-US" baseline="0" dirty="0"/>
              <a:t> attack on the web application that reside in the cloud. It </a:t>
            </a:r>
            <a:r>
              <a:rPr lang="en-US" baseline="0" dirty="0" err="1"/>
              <a:t>happenes</a:t>
            </a:r>
            <a:r>
              <a:rPr lang="en-US" baseline="0" dirty="0"/>
              <a:t> that two weeks ago I run in to this article, that talk about </a:t>
            </a:r>
            <a:r>
              <a:rPr lang="en-US" baseline="0" dirty="0" err="1"/>
              <a:t>YoYo</a:t>
            </a:r>
            <a:r>
              <a:rPr lang="en-US" baseline="0" dirty="0"/>
              <a:t> attack, attack which I named and presented  more than 5 years ago. We named it </a:t>
            </a:r>
            <a:r>
              <a:rPr lang="en-US" baseline="0" dirty="0" err="1"/>
              <a:t>YoYo</a:t>
            </a:r>
            <a:r>
              <a:rPr lang="en-US" baseline="0" dirty="0"/>
              <a:t> since it is on the </a:t>
            </a:r>
            <a:r>
              <a:rPr lang="en-US" baseline="0" dirty="0" err="1"/>
              <a:t>autoscaling</a:t>
            </a:r>
            <a:r>
              <a:rPr lang="en-US" baseline="0" dirty="0"/>
              <a:t> mechanism in the cloud. It seems that it become a common </a:t>
            </a:r>
            <a:r>
              <a:rPr lang="en-US" baseline="0" dirty="0" err="1"/>
              <a:t>DDoS</a:t>
            </a:r>
            <a:r>
              <a:rPr lang="en-US" baseline="0" dirty="0"/>
              <a:t> attack. Going back to </a:t>
            </a:r>
            <a:r>
              <a:rPr lang="en-US" baseline="0" dirty="0" err="1"/>
              <a:t>IoT</a:t>
            </a:r>
            <a:r>
              <a:rPr lang="en-US" baseline="0" dirty="0"/>
              <a:t>, most </a:t>
            </a:r>
            <a:r>
              <a:rPr lang="en-US" baseline="0" dirty="0" err="1"/>
              <a:t>IoT</a:t>
            </a:r>
            <a:r>
              <a:rPr lang="en-US" baseline="0" dirty="0"/>
              <a:t> have a component on the cloud.</a:t>
            </a:r>
          </a:p>
          <a:p>
            <a:endParaRPr lang="en-US" baseline="0" dirty="0"/>
          </a:p>
          <a:p>
            <a:r>
              <a:rPr lang="en-US" baseline="0" dirty="0"/>
              <a:t>Network </a:t>
            </a:r>
            <a:r>
              <a:rPr lang="en-US" baseline="0" dirty="0" err="1"/>
              <a:t>Algorithmics</a:t>
            </a:r>
            <a:r>
              <a:rPr lang="en-US" baseline="0" dirty="0"/>
              <a:t> – my main research from the PhD, how you can design algorithm that work with ten of millions packet per second, with limited resources. But In this talk I would not talk on this aspect, it will be clear networking. But I show where is </a:t>
            </a:r>
            <a:r>
              <a:rPr lang="en-US" baseline="0" dirty="0" err="1"/>
              <a:t>algoritmics</a:t>
            </a:r>
            <a:r>
              <a:rPr lang="en-US" baseline="0" dirty="0"/>
              <a:t> challenges.</a:t>
            </a:r>
          </a:p>
          <a:p>
            <a:r>
              <a:rPr lang="en-US" baseline="0" dirty="0" err="1"/>
              <a:t>IoT</a:t>
            </a:r>
            <a:r>
              <a:rPr lang="en-US" baseline="0" dirty="0"/>
              <a:t>...</a:t>
            </a:r>
          </a:p>
          <a:p>
            <a:endParaRPr lang="he-IL" dirty="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2B101BD7-4961-FC4F-8848-4204A7DE72D1}"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45046570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2181122" name="Picture 2" descr="i_bluenew"/>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0"/>
            <a:ext cx="12192000" cy="3422650"/>
          </a:xfrm>
          <a:prstGeom prst="rect">
            <a:avLst/>
          </a:prstGeom>
          <a:noFill/>
          <a:extLst>
            <a:ext uri="{909E8E84-426E-40DD-AFC4-6F175D3DCCD1}">
              <a14:hiddenFill xmlns:a14="http://schemas.microsoft.com/office/drawing/2010/main">
                <a:solidFill>
                  <a:srgbClr val="FFFFFF"/>
                </a:solidFill>
              </a14:hiddenFill>
            </a:ext>
          </a:extLst>
        </p:spPr>
      </p:pic>
      <p:sp>
        <p:nvSpPr>
          <p:cNvPr id="2181123" name="Rectangle 3"/>
          <p:cNvSpPr>
            <a:spLocks noGrp="1" noChangeArrowheads="1"/>
          </p:cNvSpPr>
          <p:nvPr>
            <p:ph type="ctrTitle"/>
          </p:nvPr>
        </p:nvSpPr>
        <p:spPr>
          <a:xfrm>
            <a:off x="891118" y="3581400"/>
            <a:ext cx="10399183" cy="1114425"/>
          </a:xfrm>
        </p:spPr>
        <p:txBody>
          <a:bodyPr anchor="ctr"/>
          <a:lstStyle>
            <a:lvl1pPr algn="ctr">
              <a:defRPr sz="4000"/>
            </a:lvl1pPr>
          </a:lstStyle>
          <a:p>
            <a:pPr lvl="0"/>
            <a:r>
              <a:rPr lang="en-US" altLang="en-US" noProof="0"/>
              <a:t>Click to edit Master title style</a:t>
            </a:r>
          </a:p>
        </p:txBody>
      </p:sp>
      <p:sp>
        <p:nvSpPr>
          <p:cNvPr id="2181124" name="Rectangle 4"/>
          <p:cNvSpPr>
            <a:spLocks noGrp="1" noChangeArrowheads="1"/>
          </p:cNvSpPr>
          <p:nvPr>
            <p:ph type="subTitle" idx="1"/>
          </p:nvPr>
        </p:nvSpPr>
        <p:spPr>
          <a:xfrm>
            <a:off x="529167" y="4800600"/>
            <a:ext cx="11120967" cy="1798638"/>
          </a:xfrm>
          <a:extLst>
            <a:ext uri="{AF507438-7753-43E0-B8FC-AC1667EBCBE1}">
              <a14:hiddenEffects xmlns:a14="http://schemas.microsoft.com/office/drawing/2010/main">
                <a:effectLst>
                  <a:outerShdw algn="ctr" rotWithShape="0">
                    <a:schemeClr val="tx1"/>
                  </a:outerShdw>
                </a:effectLst>
              </a14:hiddenEffects>
            </a:ext>
          </a:extLst>
        </p:spPr>
        <p:txBody>
          <a:bodyPr anchor="t" anchorCtr="0"/>
          <a:lstStyle>
            <a:lvl1pPr marL="0" indent="0" algn="ctr">
              <a:lnSpc>
                <a:spcPct val="90000"/>
              </a:lnSpc>
              <a:buFontTx/>
              <a:buNone/>
              <a:defRPr sz="2000"/>
            </a:lvl1pPr>
          </a:lstStyle>
          <a:p>
            <a:pPr lvl="0"/>
            <a:r>
              <a:rPr lang="en-US" altLang="en-US" noProof="0"/>
              <a:t>Click to edit Master subtitle style</a:t>
            </a:r>
          </a:p>
        </p:txBody>
      </p:sp>
      <p:sp>
        <p:nvSpPr>
          <p:cNvPr id="2181125" name="Rectangle 5"/>
          <p:cNvSpPr>
            <a:spLocks noChangeArrowheads="1"/>
          </p:cNvSpPr>
          <p:nvPr/>
        </p:nvSpPr>
        <p:spPr bwMode="auto">
          <a:xfrm>
            <a:off x="11478684" y="6601653"/>
            <a:ext cx="306916" cy="2214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2124" tIns="41061" rIns="82124" bIns="41061" anchor="b" anchorCtr="1">
            <a:spAutoFit/>
          </a:bodyPr>
          <a:lstStyle>
            <a:lvl1pPr defTabSz="814388">
              <a:defRPr sz="2400">
                <a:solidFill>
                  <a:schemeClr val="tx1"/>
                </a:solidFill>
                <a:latin typeface="Arial" panose="020B0604020202020204" pitchFamily="34" charset="0"/>
              </a:defRPr>
            </a:lvl1pPr>
            <a:lvl2pPr marL="406400" defTabSz="814388">
              <a:defRPr sz="2400">
                <a:solidFill>
                  <a:schemeClr val="tx1"/>
                </a:solidFill>
                <a:latin typeface="Arial" panose="020B0604020202020204" pitchFamily="34" charset="0"/>
              </a:defRPr>
            </a:lvl2pPr>
            <a:lvl3pPr marL="814388" defTabSz="814388">
              <a:defRPr sz="2400">
                <a:solidFill>
                  <a:schemeClr val="tx1"/>
                </a:solidFill>
                <a:latin typeface="Arial" panose="020B0604020202020204" pitchFamily="34" charset="0"/>
              </a:defRPr>
            </a:lvl3pPr>
            <a:lvl4pPr marL="1222375" defTabSz="814388">
              <a:defRPr sz="2400">
                <a:solidFill>
                  <a:schemeClr val="tx1"/>
                </a:solidFill>
                <a:latin typeface="Arial" panose="020B0604020202020204" pitchFamily="34" charset="0"/>
              </a:defRPr>
            </a:lvl4pPr>
            <a:lvl5pPr marL="1630363" defTabSz="814388">
              <a:defRPr sz="2400">
                <a:solidFill>
                  <a:schemeClr val="tx1"/>
                </a:solidFill>
                <a:latin typeface="Arial" panose="020B0604020202020204" pitchFamily="34" charset="0"/>
              </a:defRPr>
            </a:lvl5pPr>
            <a:lvl6pPr marL="2087563" defTabSz="814388" eaLnBrk="0" fontAlgn="base" hangingPunct="0">
              <a:spcBef>
                <a:spcPct val="0"/>
              </a:spcBef>
              <a:spcAft>
                <a:spcPct val="0"/>
              </a:spcAft>
              <a:defRPr sz="2400">
                <a:solidFill>
                  <a:schemeClr val="tx1"/>
                </a:solidFill>
                <a:latin typeface="Arial" panose="020B0604020202020204" pitchFamily="34" charset="0"/>
              </a:defRPr>
            </a:lvl6pPr>
            <a:lvl7pPr marL="2544763" defTabSz="814388" eaLnBrk="0" fontAlgn="base" hangingPunct="0">
              <a:spcBef>
                <a:spcPct val="0"/>
              </a:spcBef>
              <a:spcAft>
                <a:spcPct val="0"/>
              </a:spcAft>
              <a:defRPr sz="2400">
                <a:solidFill>
                  <a:schemeClr val="tx1"/>
                </a:solidFill>
                <a:latin typeface="Arial" panose="020B0604020202020204" pitchFamily="34" charset="0"/>
              </a:defRPr>
            </a:lvl7pPr>
            <a:lvl8pPr marL="3001963" defTabSz="814388" eaLnBrk="0" fontAlgn="base" hangingPunct="0">
              <a:spcBef>
                <a:spcPct val="0"/>
              </a:spcBef>
              <a:spcAft>
                <a:spcPct val="0"/>
              </a:spcAft>
              <a:defRPr sz="2400">
                <a:solidFill>
                  <a:schemeClr val="tx1"/>
                </a:solidFill>
                <a:latin typeface="Arial" panose="020B0604020202020204" pitchFamily="34" charset="0"/>
              </a:defRPr>
            </a:lvl8pPr>
            <a:lvl9pPr marL="3459163" defTabSz="814388" eaLnBrk="0" fontAlgn="base" hangingPunct="0">
              <a:spcBef>
                <a:spcPct val="0"/>
              </a:spcBef>
              <a:spcAft>
                <a:spcPct val="0"/>
              </a:spcAft>
              <a:defRPr sz="2400">
                <a:solidFill>
                  <a:schemeClr val="tx1"/>
                </a:solidFill>
                <a:latin typeface="Arial" panose="020B0604020202020204" pitchFamily="34" charset="0"/>
              </a:defRPr>
            </a:lvl9pPr>
          </a:lstStyle>
          <a:p>
            <a:fld id="{859DDC34-61B8-4E5F-81C0-1EEBB795A88C}" type="slidenum">
              <a:rPr lang="he-IL" altLang="en-US" sz="900" b="0">
                <a:solidFill>
                  <a:srgbClr val="808080"/>
                </a:solidFill>
                <a:cs typeface="Arial" panose="020B0604020202020204" pitchFamily="34" charset="0"/>
              </a:rPr>
              <a:pPr/>
              <a:t>‹#›</a:t>
            </a:fld>
            <a:endParaRPr lang="en-US" altLang="en-US" sz="900" b="0">
              <a:solidFill>
                <a:srgbClr val="808080"/>
              </a:solidFill>
            </a:endParaRPr>
          </a:p>
        </p:txBody>
      </p:sp>
      <p:pic>
        <p:nvPicPr>
          <p:cNvPr id="2181127" name="Picture 7" descr="i_bluenew"/>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0"/>
            <a:ext cx="12192000" cy="34226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17054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41307682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39"/>
            <a:ext cx="10515600" cy="2852737"/>
          </a:xfrm>
        </p:spPr>
        <p:txBody>
          <a:bodyPr/>
          <a:lstStyle>
            <a:lvl1pPr>
              <a:defRPr sz="6000"/>
            </a:lvl1pPr>
          </a:lstStyle>
          <a:p>
            <a:r>
              <a:rPr lang="en-US"/>
              <a:t>Click to edit Master title style</a:t>
            </a:r>
          </a:p>
        </p:txBody>
      </p:sp>
      <p:sp>
        <p:nvSpPr>
          <p:cNvPr id="3" name="Text Placeholder 2"/>
          <p:cNvSpPr>
            <a:spLocks noGrp="1"/>
          </p:cNvSpPr>
          <p:nvPr>
            <p:ph type="body" idx="1"/>
          </p:nvPr>
        </p:nvSpPr>
        <p:spPr>
          <a:xfrm>
            <a:off x="831851" y="4589464"/>
            <a:ext cx="105156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Edit Master text styles</a:t>
            </a:r>
          </a:p>
        </p:txBody>
      </p:sp>
    </p:spTree>
    <p:extLst>
      <p:ext uri="{BB962C8B-B14F-4D97-AF65-F5344CB8AC3E}">
        <p14:creationId xmlns:p14="http://schemas.microsoft.com/office/powerpoint/2010/main" val="14585026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7484" y="1965326"/>
            <a:ext cx="5380567" cy="357187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1251" y="1965326"/>
            <a:ext cx="5382683" cy="357187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1410818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40317" y="365126"/>
            <a:ext cx="10515600" cy="1325563"/>
          </a:xfrm>
        </p:spPr>
        <p:txBody>
          <a:bodyPr/>
          <a:lstStyle/>
          <a:p>
            <a:r>
              <a:rPr lang="en-US"/>
              <a:t>Click to edit Master title style</a:t>
            </a:r>
          </a:p>
        </p:txBody>
      </p:sp>
      <p:sp>
        <p:nvSpPr>
          <p:cNvPr id="3" name="Text Placeholder 2"/>
          <p:cNvSpPr>
            <a:spLocks noGrp="1"/>
          </p:cNvSpPr>
          <p:nvPr>
            <p:ph type="body" idx="1"/>
          </p:nvPr>
        </p:nvSpPr>
        <p:spPr>
          <a:xfrm>
            <a:off x="840318" y="1681163"/>
            <a:ext cx="5158316"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40318" y="2505075"/>
            <a:ext cx="5158316"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71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71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2204660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5598173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9264078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8" y="457200"/>
            <a:ext cx="3932767" cy="1600200"/>
          </a:xfrm>
        </p:spPr>
        <p:txBody>
          <a:bodyPr/>
          <a:lstStyle>
            <a:lvl1pPr>
              <a:defRPr sz="3200"/>
            </a:lvl1pPr>
          </a:lstStyle>
          <a:p>
            <a:r>
              <a:rPr lang="en-US"/>
              <a:t>Click to edit Master title style</a:t>
            </a:r>
          </a:p>
        </p:txBody>
      </p:sp>
      <p:sp>
        <p:nvSpPr>
          <p:cNvPr id="3" name="Content Placeholder 2"/>
          <p:cNvSpPr>
            <a:spLocks noGrp="1"/>
          </p:cNvSpPr>
          <p:nvPr>
            <p:ph idx="1"/>
          </p:nvPr>
        </p:nvSpPr>
        <p:spPr>
          <a:xfrm>
            <a:off x="5183717" y="987426"/>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40318"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Tree>
    <p:extLst>
      <p:ext uri="{BB962C8B-B14F-4D97-AF65-F5344CB8AC3E}">
        <p14:creationId xmlns:p14="http://schemas.microsoft.com/office/powerpoint/2010/main" val="5129317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8" y="457200"/>
            <a:ext cx="3932767" cy="1600200"/>
          </a:xfrm>
        </p:spPr>
        <p:txBody>
          <a:bodyPr/>
          <a:lstStyle>
            <a:lvl1pPr>
              <a:defRPr sz="3200"/>
            </a:lvl1pPr>
          </a:lstStyle>
          <a:p>
            <a:r>
              <a:rPr lang="en-US"/>
              <a:t>Click to edit Master title style</a:t>
            </a:r>
          </a:p>
        </p:txBody>
      </p:sp>
      <p:sp>
        <p:nvSpPr>
          <p:cNvPr id="3" name="Picture Placeholder 2"/>
          <p:cNvSpPr>
            <a:spLocks noGrp="1"/>
          </p:cNvSpPr>
          <p:nvPr>
            <p:ph type="pic" idx="1"/>
          </p:nvPr>
        </p:nvSpPr>
        <p:spPr>
          <a:xfrm>
            <a:off x="5183717" y="987426"/>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40318"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Tree>
    <p:extLst>
      <p:ext uri="{BB962C8B-B14F-4D97-AF65-F5344CB8AC3E}">
        <p14:creationId xmlns:p14="http://schemas.microsoft.com/office/powerpoint/2010/main" val="21683351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5520394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2851" y="-76200"/>
            <a:ext cx="2741083" cy="5613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7485" y="-76200"/>
            <a:ext cx="8022167" cy="561340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15896004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fourObj" preserve="1">
  <p:cSld name="Title and 4 Content">
    <p:spTree>
      <p:nvGrpSpPr>
        <p:cNvPr id="1" name=""/>
        <p:cNvGrpSpPr/>
        <p:nvPr/>
      </p:nvGrpSpPr>
      <p:grpSpPr>
        <a:xfrm>
          <a:off x="0" y="0"/>
          <a:ext cx="0" cy="0"/>
          <a:chOff x="0" y="0"/>
          <a:chExt cx="0" cy="0"/>
        </a:xfrm>
      </p:grpSpPr>
      <p:sp>
        <p:nvSpPr>
          <p:cNvPr id="2" name="Title 1"/>
          <p:cNvSpPr>
            <a:spLocks noGrp="1"/>
          </p:cNvSpPr>
          <p:nvPr>
            <p:ph type="title" sz="quarter"/>
          </p:nvPr>
        </p:nvSpPr>
        <p:spPr>
          <a:xfrm>
            <a:off x="706968" y="-76200"/>
            <a:ext cx="10164233" cy="838200"/>
          </a:xfrm>
        </p:spPr>
        <p:txBody>
          <a:bodyPr/>
          <a:lstStyle/>
          <a:p>
            <a:r>
              <a:rPr lang="en-US"/>
              <a:t>Click to edit Master title style</a:t>
            </a:r>
          </a:p>
        </p:txBody>
      </p:sp>
      <p:sp>
        <p:nvSpPr>
          <p:cNvPr id="3" name="Content Placeholder 2"/>
          <p:cNvSpPr>
            <a:spLocks noGrp="1"/>
          </p:cNvSpPr>
          <p:nvPr>
            <p:ph sz="quarter" idx="1"/>
          </p:nvPr>
        </p:nvSpPr>
        <p:spPr>
          <a:xfrm>
            <a:off x="607484" y="1965325"/>
            <a:ext cx="5380567" cy="17097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6191251" y="1965325"/>
            <a:ext cx="5382683" cy="17097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607484" y="3827464"/>
            <a:ext cx="5380567" cy="1709737"/>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6191251" y="3827464"/>
            <a:ext cx="5382683" cy="1709737"/>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63943850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TwoObj" preserve="1">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706968" y="-76200"/>
            <a:ext cx="10164233" cy="838200"/>
          </a:xfrm>
        </p:spPr>
        <p:txBody>
          <a:bodyPr/>
          <a:lstStyle/>
          <a:p>
            <a:r>
              <a:rPr lang="en-US"/>
              <a:t>Click to edit Master title style</a:t>
            </a:r>
          </a:p>
        </p:txBody>
      </p:sp>
      <p:sp>
        <p:nvSpPr>
          <p:cNvPr id="3" name="Text Placeholder 2"/>
          <p:cNvSpPr>
            <a:spLocks noGrp="1"/>
          </p:cNvSpPr>
          <p:nvPr>
            <p:ph type="body" sz="half" idx="1"/>
          </p:nvPr>
        </p:nvSpPr>
        <p:spPr>
          <a:xfrm>
            <a:off x="607484" y="1965326"/>
            <a:ext cx="5380567" cy="357187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6191251" y="1965325"/>
            <a:ext cx="5382683" cy="17097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6191251" y="3827464"/>
            <a:ext cx="5382683" cy="1709737"/>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35636707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AndChart" preserve="1">
  <p:cSld name="Title, Text and Chart">
    <p:spTree>
      <p:nvGrpSpPr>
        <p:cNvPr id="1" name=""/>
        <p:cNvGrpSpPr/>
        <p:nvPr/>
      </p:nvGrpSpPr>
      <p:grpSpPr>
        <a:xfrm>
          <a:off x="0" y="0"/>
          <a:ext cx="0" cy="0"/>
          <a:chOff x="0" y="0"/>
          <a:chExt cx="0" cy="0"/>
        </a:xfrm>
      </p:grpSpPr>
      <p:sp>
        <p:nvSpPr>
          <p:cNvPr id="2" name="Title 1"/>
          <p:cNvSpPr>
            <a:spLocks noGrp="1"/>
          </p:cNvSpPr>
          <p:nvPr>
            <p:ph type="title"/>
          </p:nvPr>
        </p:nvSpPr>
        <p:spPr>
          <a:xfrm>
            <a:off x="706968" y="-76200"/>
            <a:ext cx="10164233" cy="838200"/>
          </a:xfrm>
        </p:spPr>
        <p:txBody>
          <a:bodyPr/>
          <a:lstStyle/>
          <a:p>
            <a:r>
              <a:rPr lang="en-US"/>
              <a:t>Click to edit Master title style</a:t>
            </a:r>
          </a:p>
        </p:txBody>
      </p:sp>
      <p:sp>
        <p:nvSpPr>
          <p:cNvPr id="3" name="Text Placeholder 2"/>
          <p:cNvSpPr>
            <a:spLocks noGrp="1"/>
          </p:cNvSpPr>
          <p:nvPr>
            <p:ph type="body" sz="half" idx="1"/>
          </p:nvPr>
        </p:nvSpPr>
        <p:spPr>
          <a:xfrm>
            <a:off x="607484" y="1965326"/>
            <a:ext cx="5380567" cy="357187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hart Placeholder 3"/>
          <p:cNvSpPr>
            <a:spLocks noGrp="1"/>
          </p:cNvSpPr>
          <p:nvPr>
            <p:ph type="chart" sz="half" idx="2"/>
          </p:nvPr>
        </p:nvSpPr>
        <p:spPr>
          <a:xfrm>
            <a:off x="6191251" y="1965326"/>
            <a:ext cx="5382683" cy="3571875"/>
          </a:xfrm>
        </p:spPr>
        <p:txBody>
          <a:bodyPr/>
          <a:lstStyle/>
          <a:p>
            <a:r>
              <a:rPr lang="en-US"/>
              <a:t>Click icon to add chart</a:t>
            </a:r>
          </a:p>
        </p:txBody>
      </p:sp>
    </p:spTree>
    <p:extLst>
      <p:ext uri="{BB962C8B-B14F-4D97-AF65-F5344CB8AC3E}">
        <p14:creationId xmlns:p14="http://schemas.microsoft.com/office/powerpoint/2010/main" val="368314601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AndTx" preserve="1">
  <p:cSld name="Title, 2 Content and Text">
    <p:spTree>
      <p:nvGrpSpPr>
        <p:cNvPr id="1" name=""/>
        <p:cNvGrpSpPr/>
        <p:nvPr/>
      </p:nvGrpSpPr>
      <p:grpSpPr>
        <a:xfrm>
          <a:off x="0" y="0"/>
          <a:ext cx="0" cy="0"/>
          <a:chOff x="0" y="0"/>
          <a:chExt cx="0" cy="0"/>
        </a:xfrm>
      </p:grpSpPr>
      <p:sp>
        <p:nvSpPr>
          <p:cNvPr id="2" name="Title 1"/>
          <p:cNvSpPr>
            <a:spLocks noGrp="1"/>
          </p:cNvSpPr>
          <p:nvPr>
            <p:ph type="title"/>
          </p:nvPr>
        </p:nvSpPr>
        <p:spPr>
          <a:xfrm>
            <a:off x="706968" y="-76200"/>
            <a:ext cx="10164233" cy="838200"/>
          </a:xfrm>
        </p:spPr>
        <p:txBody>
          <a:bodyPr/>
          <a:lstStyle/>
          <a:p>
            <a:r>
              <a:rPr lang="en-US"/>
              <a:t>Click to edit Master title style</a:t>
            </a:r>
          </a:p>
        </p:txBody>
      </p:sp>
      <p:sp>
        <p:nvSpPr>
          <p:cNvPr id="3" name="Content Placeholder 2"/>
          <p:cNvSpPr>
            <a:spLocks noGrp="1"/>
          </p:cNvSpPr>
          <p:nvPr>
            <p:ph sz="quarter" idx="1"/>
          </p:nvPr>
        </p:nvSpPr>
        <p:spPr>
          <a:xfrm>
            <a:off x="607484" y="1965325"/>
            <a:ext cx="5380567" cy="17097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607484" y="3827464"/>
            <a:ext cx="5380567" cy="1709737"/>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half" idx="3"/>
          </p:nvPr>
        </p:nvSpPr>
        <p:spPr>
          <a:xfrm>
            <a:off x="6191251" y="1965326"/>
            <a:ext cx="5382683" cy="357187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6134478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3" y="2130455"/>
            <a:ext cx="10363200" cy="1470025"/>
          </a:xfrm>
          <a:prstGeom prst="rect">
            <a:avLst/>
          </a:prstGeom>
        </p:spPr>
        <p:txBody>
          <a:bodyPr/>
          <a:lstStyle>
            <a:lvl1pPr>
              <a:defRPr b="0" cap="none" spc="0">
                <a:ln w="18415" cmpd="sng">
                  <a:solidFill>
                    <a:srgbClr val="FFFFFF"/>
                  </a:solidFill>
                  <a:prstDash val="solid"/>
                </a:ln>
                <a:solidFill>
                  <a:srgbClr val="FFFFFF"/>
                </a:solidFill>
                <a:effectLst>
                  <a:outerShdw blurRad="63500" dir="3600000" algn="tl" rotWithShape="0">
                    <a:srgbClr val="000000">
                      <a:alpha val="70000"/>
                    </a:srgbClr>
                  </a:outerShdw>
                </a:effectLst>
              </a:defRPr>
            </a:lvl1pPr>
          </a:lstStyle>
          <a:p>
            <a:r>
              <a:rPr lang="en-US"/>
              <a:t>Click to edit Master title style</a:t>
            </a:r>
            <a:endParaRPr lang="en-US" dirty="0"/>
          </a:p>
        </p:txBody>
      </p:sp>
      <p:sp>
        <p:nvSpPr>
          <p:cNvPr id="3" name="Subtitle 2"/>
          <p:cNvSpPr>
            <a:spLocks noGrp="1"/>
          </p:cNvSpPr>
          <p:nvPr>
            <p:ph type="subTitle" idx="1"/>
          </p:nvPr>
        </p:nvSpPr>
        <p:spPr>
          <a:xfrm>
            <a:off x="1828800" y="3886200"/>
            <a:ext cx="8534401"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6" name="Slide Number Placeholder 5"/>
          <p:cNvSpPr>
            <a:spLocks noGrp="1"/>
          </p:cNvSpPr>
          <p:nvPr>
            <p:ph type="sldNum" sz="quarter" idx="12"/>
          </p:nvPr>
        </p:nvSpPr>
        <p:spPr/>
        <p:txBody>
          <a:bodyPr/>
          <a:lstStyle/>
          <a:p>
            <a:fld id="{878E36C7-644E-854E-B6EB-ACE77BE98D44}" type="slidenum">
              <a:rPr lang="en-US" smtClean="0"/>
              <a:pPr/>
              <a:t>‹#›</a:t>
            </a:fld>
            <a:endParaRPr lang="en-US"/>
          </a:p>
        </p:txBody>
      </p:sp>
    </p:spTree>
    <p:extLst>
      <p:ext uri="{BB962C8B-B14F-4D97-AF65-F5344CB8AC3E}">
        <p14:creationId xmlns:p14="http://schemas.microsoft.com/office/powerpoint/2010/main" val="19688769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2" y="274638"/>
            <a:ext cx="10972801" cy="1143000"/>
          </a:xfrm>
          <a:prstGeom prst="rect">
            <a:avLst/>
          </a:prstGeom>
        </p:spPr>
        <p:txBody>
          <a:bodyPr/>
          <a:lstStyle>
            <a:lvl1pPr algn="l" defTabSz="914400" rtl="0" eaLnBrk="1" latinLnBrk="0" hangingPunct="1">
              <a:lnSpc>
                <a:spcPct val="90000"/>
              </a:lnSpc>
              <a:spcBef>
                <a:spcPct val="0"/>
              </a:spcBef>
              <a:buNone/>
              <a:defRPr lang="en-US" sz="4400" b="0" i="0" kern="1200" dirty="0">
                <a:solidFill>
                  <a:schemeClr val="tx1"/>
                </a:solidFill>
                <a:latin typeface="Arial"/>
                <a:ea typeface="+mj-ea"/>
                <a:cs typeface="Arial"/>
              </a:defRPr>
            </a:lvl1pPr>
          </a:lstStyle>
          <a:p>
            <a:endParaRPr lang="en-US" dirty="0"/>
          </a:p>
        </p:txBody>
      </p:sp>
      <p:sp>
        <p:nvSpPr>
          <p:cNvPr id="3" name="Content Placeholder 2"/>
          <p:cNvSpPr>
            <a:spLocks noGrp="1"/>
          </p:cNvSpPr>
          <p:nvPr>
            <p:ph idx="1"/>
          </p:nvPr>
        </p:nvSpPr>
        <p:spPr/>
        <p:txBody>
          <a:bodyPr/>
          <a:lstStyle>
            <a:lvl1pPr marL="342900" indent="-342900">
              <a:buClrTx/>
              <a:buFont typeface="Arial"/>
              <a:buChar char="•"/>
              <a:defRPr>
                <a:solidFill>
                  <a:schemeClr val="tx1"/>
                </a:solidFill>
              </a:defRPr>
            </a:lvl1pPr>
            <a:lvl2pPr>
              <a:buClrTx/>
              <a:defRPr/>
            </a:lvl2pPr>
            <a:lvl3pPr>
              <a:buClrTx/>
              <a:defRPr/>
            </a:lvl3pPr>
            <a:lvl4pPr>
              <a:buClrTx/>
              <a:defRPr/>
            </a:lvl4pPr>
            <a:lvl5pPr>
              <a:buClrTx/>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p:cNvSpPr>
            <a:spLocks noGrp="1"/>
          </p:cNvSpPr>
          <p:nvPr>
            <p:ph type="sldNum" sz="quarter" idx="12"/>
          </p:nvPr>
        </p:nvSpPr>
        <p:spPr/>
        <p:txBody>
          <a:bodyPr/>
          <a:lstStyle/>
          <a:p>
            <a:fld id="{878E36C7-644E-854E-B6EB-ACE77BE98D44}" type="slidenum">
              <a:rPr lang="en-US" smtClean="0"/>
              <a:pPr/>
              <a:t>‹#›</a:t>
            </a:fld>
            <a:endParaRPr lang="en-US"/>
          </a:p>
        </p:txBody>
      </p:sp>
    </p:spTree>
    <p:extLst>
      <p:ext uri="{BB962C8B-B14F-4D97-AF65-F5344CB8AC3E}">
        <p14:creationId xmlns:p14="http://schemas.microsoft.com/office/powerpoint/2010/main" val="199535506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30"/>
            <a:ext cx="10363200" cy="1362075"/>
          </a:xfrm>
          <a:prstGeom prst="rect">
            <a:avLst/>
          </a:prstGeom>
        </p:spPr>
        <p:txBody>
          <a:bodyPr anchor="t"/>
          <a:lstStyle>
            <a:lvl1pPr algn="l">
              <a:defRPr sz="4000" b="0" cap="none" spc="0">
                <a:ln w="18415" cmpd="sng">
                  <a:solidFill>
                    <a:srgbClr val="FFFFFF"/>
                  </a:solidFill>
                  <a:prstDash val="solid"/>
                </a:ln>
                <a:solidFill>
                  <a:srgbClr val="FFFFFF"/>
                </a:solidFill>
                <a:effectLst>
                  <a:outerShdw blurRad="63500" dir="3600000" algn="tl" rotWithShape="0">
                    <a:srgbClr val="000000">
                      <a:alpha val="70000"/>
                    </a:srgbClr>
                  </a:outerShdw>
                </a:effectLst>
              </a:defRPr>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6" name="Slide Number Placeholder 5"/>
          <p:cNvSpPr>
            <a:spLocks noGrp="1"/>
          </p:cNvSpPr>
          <p:nvPr>
            <p:ph type="sldNum" sz="quarter" idx="12"/>
          </p:nvPr>
        </p:nvSpPr>
        <p:spPr/>
        <p:txBody>
          <a:bodyPr/>
          <a:lstStyle/>
          <a:p>
            <a:fld id="{878E36C7-644E-854E-B6EB-ACE77BE98D44}" type="slidenum">
              <a:rPr lang="en-US" smtClean="0"/>
              <a:pPr/>
              <a:t>‹#›</a:t>
            </a:fld>
            <a:endParaRPr lang="en-US"/>
          </a:p>
        </p:txBody>
      </p:sp>
    </p:spTree>
    <p:extLst>
      <p:ext uri="{BB962C8B-B14F-4D97-AF65-F5344CB8AC3E}">
        <p14:creationId xmlns:p14="http://schemas.microsoft.com/office/powerpoint/2010/main" val="221154978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2" y="274638"/>
            <a:ext cx="10972801" cy="1143000"/>
          </a:xfrm>
          <a:prstGeom prst="rect">
            <a:avLst/>
          </a:prstGeom>
        </p:spPr>
        <p:txBody>
          <a:bodyPr/>
          <a:lstStyle>
            <a:lvl1pPr algn="l" defTabSz="914400" rtl="0" eaLnBrk="1" latinLnBrk="0" hangingPunct="1">
              <a:lnSpc>
                <a:spcPct val="90000"/>
              </a:lnSpc>
              <a:spcBef>
                <a:spcPct val="0"/>
              </a:spcBef>
              <a:buNone/>
              <a:defRPr lang="en-US" sz="4400" kern="1200" dirty="0">
                <a:solidFill>
                  <a:schemeClr val="tx1"/>
                </a:solidFill>
                <a:latin typeface="+mj-lt"/>
                <a:ea typeface="+mj-ea"/>
                <a:cs typeface="+mj-cs"/>
              </a:defRPr>
            </a:lvl1pPr>
          </a:lstStyle>
          <a:p>
            <a:r>
              <a:rPr lang="en-US" dirty="0"/>
              <a:t>Click to edit Master title style</a:t>
            </a:r>
          </a:p>
        </p:txBody>
      </p:sp>
      <p:sp>
        <p:nvSpPr>
          <p:cNvPr id="3" name="Content Placeholder 2"/>
          <p:cNvSpPr>
            <a:spLocks noGrp="1"/>
          </p:cNvSpPr>
          <p:nvPr>
            <p:ph sz="half" idx="1"/>
          </p:nvPr>
        </p:nvSpPr>
        <p:spPr>
          <a:xfrm>
            <a:off x="609600" y="1600206"/>
            <a:ext cx="5384800" cy="4525963"/>
          </a:xfrm>
        </p:spPr>
        <p:txBody>
          <a:bodyPr/>
          <a:lstStyle>
            <a:lvl1pPr>
              <a:buClrTx/>
              <a:defRPr sz="2800">
                <a:solidFill>
                  <a:srgbClr val="000000"/>
                </a:solidFill>
              </a:defRPr>
            </a:lvl1pPr>
            <a:lvl2pPr>
              <a:buClrTx/>
              <a:defRPr sz="2400">
                <a:solidFill>
                  <a:srgbClr val="000000"/>
                </a:solidFill>
              </a:defRPr>
            </a:lvl2pPr>
            <a:lvl3pPr>
              <a:buClrTx/>
              <a:defRPr sz="2000">
                <a:solidFill>
                  <a:srgbClr val="000000"/>
                </a:solidFill>
              </a:defRPr>
            </a:lvl3pPr>
            <a:lvl4pPr>
              <a:buClrTx/>
              <a:defRPr sz="1800">
                <a:solidFill>
                  <a:srgbClr val="000000"/>
                </a:solidFill>
              </a:defRPr>
            </a:lvl4pPr>
            <a:lvl5pPr>
              <a:buClrTx/>
              <a:defRPr sz="1800">
                <a:solidFill>
                  <a:srgbClr val="000000"/>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97600" y="1600206"/>
            <a:ext cx="5384800" cy="4525963"/>
          </a:xfrm>
        </p:spPr>
        <p:txBody>
          <a:bodyPr/>
          <a:lstStyle>
            <a:lvl1pPr>
              <a:buClrTx/>
              <a:defRPr sz="2800"/>
            </a:lvl1pPr>
            <a:lvl2pPr>
              <a:buClrTx/>
              <a:defRPr sz="2400"/>
            </a:lvl2pPr>
            <a:lvl3pPr>
              <a:buClrTx/>
              <a:defRPr sz="2000"/>
            </a:lvl3pPr>
            <a:lvl4pPr>
              <a:buClrTx/>
              <a:defRPr sz="1800"/>
            </a:lvl4pPr>
            <a:lvl5pPr>
              <a:buClrTx/>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p:cNvSpPr>
            <a:spLocks noGrp="1"/>
          </p:cNvSpPr>
          <p:nvPr>
            <p:ph type="sldNum" sz="quarter" idx="12"/>
          </p:nvPr>
        </p:nvSpPr>
        <p:spPr/>
        <p:txBody>
          <a:bodyPr/>
          <a:lstStyle/>
          <a:p>
            <a:fld id="{878E36C7-644E-854E-B6EB-ACE77BE98D44}" type="slidenum">
              <a:rPr lang="en-US" smtClean="0"/>
              <a:pPr/>
              <a:t>‹#›</a:t>
            </a:fld>
            <a:endParaRPr lang="en-US"/>
          </a:p>
        </p:txBody>
      </p:sp>
    </p:spTree>
    <p:extLst>
      <p:ext uri="{BB962C8B-B14F-4D97-AF65-F5344CB8AC3E}">
        <p14:creationId xmlns:p14="http://schemas.microsoft.com/office/powerpoint/2010/main" val="249745503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2" y="274638"/>
            <a:ext cx="10972801" cy="1143000"/>
          </a:xfrm>
          <a:prstGeom prst="rect">
            <a:avLst/>
          </a:prstGeom>
        </p:spPr>
        <p:txBody>
          <a:bodyPr/>
          <a:lstStyle>
            <a:lvl1pPr algn="l" defTabSz="914400" rtl="0" eaLnBrk="1" latinLnBrk="0" hangingPunct="1">
              <a:lnSpc>
                <a:spcPct val="90000"/>
              </a:lnSpc>
              <a:spcBef>
                <a:spcPct val="0"/>
              </a:spcBef>
              <a:buNone/>
              <a:defRPr lang="en-US" sz="4400" kern="1200" dirty="0">
                <a:solidFill>
                  <a:schemeClr val="accent4">
                    <a:lumMod val="60000"/>
                    <a:lumOff val="40000"/>
                  </a:schemeClr>
                </a:solidFill>
                <a:latin typeface="+mj-lt"/>
                <a:ea typeface="+mj-ea"/>
                <a:cs typeface="+mj-cs"/>
              </a:defRPr>
            </a:lvl1pPr>
          </a:lstStyle>
          <a:p>
            <a:r>
              <a:rPr lang="en-US" dirty="0"/>
              <a:t>Click to edit Master title style</a:t>
            </a:r>
          </a:p>
        </p:txBody>
      </p:sp>
      <p:sp>
        <p:nvSpPr>
          <p:cNvPr id="3" name="Text Placeholder 2"/>
          <p:cNvSpPr>
            <a:spLocks noGrp="1"/>
          </p:cNvSpPr>
          <p:nvPr>
            <p:ph type="body" idx="1"/>
          </p:nvPr>
        </p:nvSpPr>
        <p:spPr>
          <a:xfrm>
            <a:off x="609602"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2"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83"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83"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Slide Number Placeholder 8"/>
          <p:cNvSpPr>
            <a:spLocks noGrp="1"/>
          </p:cNvSpPr>
          <p:nvPr>
            <p:ph type="sldNum" sz="quarter" idx="12"/>
          </p:nvPr>
        </p:nvSpPr>
        <p:spPr/>
        <p:txBody>
          <a:bodyPr/>
          <a:lstStyle/>
          <a:p>
            <a:fld id="{878E36C7-644E-854E-B6EB-ACE77BE98D44}" type="slidenum">
              <a:rPr lang="en-US" smtClean="0"/>
              <a:pPr/>
              <a:t>‹#›</a:t>
            </a:fld>
            <a:endParaRPr lang="en-US"/>
          </a:p>
        </p:txBody>
      </p:sp>
    </p:spTree>
    <p:extLst>
      <p:ext uri="{BB962C8B-B14F-4D97-AF65-F5344CB8AC3E}">
        <p14:creationId xmlns:p14="http://schemas.microsoft.com/office/powerpoint/2010/main" val="201013642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602" y="274638"/>
            <a:ext cx="10972801" cy="1143000"/>
          </a:xfrm>
          <a:prstGeom prst="rect">
            <a:avLst/>
          </a:prstGeom>
        </p:spPr>
        <p:txBody>
          <a:bodyPr/>
          <a:lstStyle>
            <a:lvl1pPr algn="l" defTabSz="914400" rtl="0" eaLnBrk="1" latinLnBrk="0" hangingPunct="1">
              <a:lnSpc>
                <a:spcPct val="90000"/>
              </a:lnSpc>
              <a:spcBef>
                <a:spcPct val="0"/>
              </a:spcBef>
              <a:buNone/>
              <a:defRPr lang="en-US" sz="4400" kern="1200" dirty="0">
                <a:solidFill>
                  <a:schemeClr val="accent4">
                    <a:lumMod val="60000"/>
                    <a:lumOff val="40000"/>
                  </a:schemeClr>
                </a:solidFill>
                <a:latin typeface="+mj-lt"/>
                <a:ea typeface="+mj-ea"/>
                <a:cs typeface="+mj-cs"/>
              </a:defRPr>
            </a:lvl1pPr>
          </a:lstStyle>
          <a:p>
            <a:r>
              <a:rPr lang="en-US" dirty="0"/>
              <a:t>Click to edit Master title style</a:t>
            </a:r>
          </a:p>
        </p:txBody>
      </p:sp>
      <p:sp>
        <p:nvSpPr>
          <p:cNvPr id="5" name="Slide Number Placeholder 4"/>
          <p:cNvSpPr>
            <a:spLocks noGrp="1"/>
          </p:cNvSpPr>
          <p:nvPr>
            <p:ph type="sldNum" sz="quarter" idx="12"/>
          </p:nvPr>
        </p:nvSpPr>
        <p:spPr/>
        <p:txBody>
          <a:bodyPr/>
          <a:lstStyle/>
          <a:p>
            <a:fld id="{878E36C7-644E-854E-B6EB-ACE77BE98D44}" type="slidenum">
              <a:rPr lang="en-US" smtClean="0"/>
              <a:pPr/>
              <a:t>‹#›</a:t>
            </a:fld>
            <a:endParaRPr lang="en-US"/>
          </a:p>
        </p:txBody>
      </p:sp>
    </p:spTree>
    <p:extLst>
      <p:ext uri="{BB962C8B-B14F-4D97-AF65-F5344CB8AC3E}">
        <p14:creationId xmlns:p14="http://schemas.microsoft.com/office/powerpoint/2010/main" val="292035774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878E36C7-644E-854E-B6EB-ACE77BE98D44}" type="slidenum">
              <a:rPr lang="en-US" smtClean="0"/>
              <a:pPr/>
              <a:t>‹#›</a:t>
            </a:fld>
            <a:endParaRPr lang="en-US"/>
          </a:p>
        </p:txBody>
      </p:sp>
    </p:spTree>
    <p:extLst>
      <p:ext uri="{BB962C8B-B14F-4D97-AF65-F5344CB8AC3E}">
        <p14:creationId xmlns:p14="http://schemas.microsoft.com/office/powerpoint/2010/main" val="290843028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4" y="273050"/>
            <a:ext cx="4011084" cy="1162050"/>
          </a:xfrm>
          <a:prstGeom prst="rect">
            <a:avLst/>
          </a:prstGeo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80"/>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4" y="1435103"/>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Slide Number Placeholder 6"/>
          <p:cNvSpPr>
            <a:spLocks noGrp="1"/>
          </p:cNvSpPr>
          <p:nvPr>
            <p:ph type="sldNum" sz="quarter" idx="12"/>
          </p:nvPr>
        </p:nvSpPr>
        <p:spPr/>
        <p:txBody>
          <a:bodyPr/>
          <a:lstStyle/>
          <a:p>
            <a:fld id="{878E36C7-644E-854E-B6EB-ACE77BE98D44}" type="slidenum">
              <a:rPr lang="en-US" smtClean="0"/>
              <a:pPr/>
              <a:t>‹#›</a:t>
            </a:fld>
            <a:endParaRPr lang="en-US"/>
          </a:p>
        </p:txBody>
      </p:sp>
    </p:spTree>
    <p:extLst>
      <p:ext uri="{BB962C8B-B14F-4D97-AF65-F5344CB8AC3E}">
        <p14:creationId xmlns:p14="http://schemas.microsoft.com/office/powerpoint/2010/main" val="243906084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20" y="4800600"/>
            <a:ext cx="7315200" cy="566738"/>
          </a:xfrm>
          <a:prstGeom prst="rect">
            <a:avLst/>
          </a:prstGeo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20"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Drag picture to placeholder or click icon to add</a:t>
            </a:r>
          </a:p>
        </p:txBody>
      </p:sp>
      <p:sp>
        <p:nvSpPr>
          <p:cNvPr id="4" name="Text Placeholder 3"/>
          <p:cNvSpPr>
            <a:spLocks noGrp="1"/>
          </p:cNvSpPr>
          <p:nvPr>
            <p:ph type="body" sz="half" idx="2"/>
          </p:nvPr>
        </p:nvSpPr>
        <p:spPr>
          <a:xfrm>
            <a:off x="2389720"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Slide Number Placeholder 6"/>
          <p:cNvSpPr>
            <a:spLocks noGrp="1"/>
          </p:cNvSpPr>
          <p:nvPr>
            <p:ph type="sldNum" sz="quarter" idx="12"/>
          </p:nvPr>
        </p:nvSpPr>
        <p:spPr/>
        <p:txBody>
          <a:bodyPr/>
          <a:lstStyle/>
          <a:p>
            <a:fld id="{878E36C7-644E-854E-B6EB-ACE77BE98D44}" type="slidenum">
              <a:rPr lang="en-US" smtClean="0"/>
              <a:pPr/>
              <a:t>‹#›</a:t>
            </a:fld>
            <a:endParaRPr lang="en-US"/>
          </a:p>
        </p:txBody>
      </p:sp>
    </p:spTree>
    <p:extLst>
      <p:ext uri="{BB962C8B-B14F-4D97-AF65-F5344CB8AC3E}">
        <p14:creationId xmlns:p14="http://schemas.microsoft.com/office/powerpoint/2010/main" val="313963787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609602" y="274638"/>
            <a:ext cx="10972801" cy="1143000"/>
          </a:xfrm>
          <a:prstGeom prst="rect">
            <a:avLst/>
          </a:prstGeom>
        </p:spPr>
        <p:txBody>
          <a:bodyPr/>
          <a:lstStyle>
            <a:lvl1pPr algn="ctr" defTabSz="914400" rtl="0" eaLnBrk="1" latinLnBrk="0" hangingPunct="1">
              <a:lnSpc>
                <a:spcPct val="90000"/>
              </a:lnSpc>
              <a:spcBef>
                <a:spcPct val="0"/>
              </a:spcBef>
              <a:buNone/>
              <a:defRPr lang="en-US" sz="4400" kern="1200" dirty="0">
                <a:solidFill>
                  <a:schemeClr val="accent4">
                    <a:lumMod val="60000"/>
                    <a:lumOff val="40000"/>
                  </a:schemeClr>
                </a:solidFill>
                <a:latin typeface="+mj-lt"/>
                <a:ea typeface="+mj-ea"/>
                <a:cs typeface="+mj-cs"/>
              </a:defRPr>
            </a:lvl1pPr>
          </a:lstStyle>
          <a:p>
            <a:r>
              <a:rPr lang="en-US" dirty="0"/>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p:cNvSpPr>
            <a:spLocks noGrp="1"/>
          </p:cNvSpPr>
          <p:nvPr>
            <p:ph type="sldNum" sz="quarter" idx="12"/>
          </p:nvPr>
        </p:nvSpPr>
        <p:spPr/>
        <p:txBody>
          <a:bodyPr/>
          <a:lstStyle/>
          <a:p>
            <a:fld id="{878E36C7-644E-854E-B6EB-ACE77BE98D44}" type="slidenum">
              <a:rPr lang="en-US" smtClean="0"/>
              <a:pPr/>
              <a:t>‹#›</a:t>
            </a:fld>
            <a:endParaRPr lang="en-US"/>
          </a:p>
        </p:txBody>
      </p:sp>
    </p:spTree>
    <p:extLst>
      <p:ext uri="{BB962C8B-B14F-4D97-AF65-F5344CB8AC3E}">
        <p14:creationId xmlns:p14="http://schemas.microsoft.com/office/powerpoint/2010/main" val="424557944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68"/>
            <a:ext cx="2743200" cy="5851525"/>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68"/>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p:cNvSpPr>
            <a:spLocks noGrp="1"/>
          </p:cNvSpPr>
          <p:nvPr>
            <p:ph type="sldNum" sz="quarter" idx="12"/>
          </p:nvPr>
        </p:nvSpPr>
        <p:spPr/>
        <p:txBody>
          <a:bodyPr/>
          <a:lstStyle/>
          <a:p>
            <a:fld id="{878E36C7-644E-854E-B6EB-ACE77BE98D44}" type="slidenum">
              <a:rPr lang="en-US" smtClean="0"/>
              <a:pPr/>
              <a:t>‹#›</a:t>
            </a:fld>
            <a:endParaRPr lang="en-US"/>
          </a:p>
        </p:txBody>
      </p:sp>
    </p:spTree>
    <p:extLst>
      <p:ext uri="{BB962C8B-B14F-4D97-AF65-F5344CB8AC3E}">
        <p14:creationId xmlns:p14="http://schemas.microsoft.com/office/powerpoint/2010/main" val="93061027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5" name="Rectangle 4"/>
          <p:cNvSpPr/>
          <p:nvPr userDrawn="1"/>
        </p:nvSpPr>
        <p:spPr>
          <a:xfrm>
            <a:off x="539554" y="6411612"/>
            <a:ext cx="2547505" cy="232157"/>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600"/>
          </a:p>
        </p:txBody>
      </p:sp>
    </p:spTree>
    <p:extLst>
      <p:ext uri="{BB962C8B-B14F-4D97-AF65-F5344CB8AC3E}">
        <p14:creationId xmlns:p14="http://schemas.microsoft.com/office/powerpoint/2010/main" val="326278622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2_Title and Content">
    <p:bg>
      <p:bgPr>
        <a:solidFill>
          <a:schemeClr val="bg1"/>
        </a:solidFill>
        <a:effectLst/>
      </p:bgPr>
    </p:bg>
    <p:spTree>
      <p:nvGrpSpPr>
        <p:cNvPr id="1" name=""/>
        <p:cNvGrpSpPr/>
        <p:nvPr/>
      </p:nvGrpSpPr>
      <p:grpSpPr>
        <a:xfrm>
          <a:off x="0" y="0"/>
          <a:ext cx="0" cy="0"/>
          <a:chOff x="0" y="0"/>
          <a:chExt cx="0" cy="0"/>
        </a:xfrm>
      </p:grpSpPr>
      <p:sp>
        <p:nvSpPr>
          <p:cNvPr id="5" name="Rectangle 4"/>
          <p:cNvSpPr/>
          <p:nvPr userDrawn="1"/>
        </p:nvSpPr>
        <p:spPr>
          <a:xfrm>
            <a:off x="539554" y="6411612"/>
            <a:ext cx="2547505" cy="232157"/>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600"/>
          </a:p>
        </p:txBody>
      </p:sp>
    </p:spTree>
    <p:extLst>
      <p:ext uri="{BB962C8B-B14F-4D97-AF65-F5344CB8AC3E}">
        <p14:creationId xmlns:p14="http://schemas.microsoft.com/office/powerpoint/2010/main" val="404163504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userDrawn="1">
  <p:cSld name="3_Title and Content">
    <p:bg>
      <p:bgPr>
        <a:solidFill>
          <a:schemeClr val="bg1"/>
        </a:solidFill>
        <a:effectLst/>
      </p:bgPr>
    </p:bg>
    <p:spTree>
      <p:nvGrpSpPr>
        <p:cNvPr id="1" name=""/>
        <p:cNvGrpSpPr/>
        <p:nvPr/>
      </p:nvGrpSpPr>
      <p:grpSpPr>
        <a:xfrm>
          <a:off x="0" y="0"/>
          <a:ext cx="0" cy="0"/>
          <a:chOff x="0" y="0"/>
          <a:chExt cx="0" cy="0"/>
        </a:xfrm>
      </p:grpSpPr>
      <p:sp>
        <p:nvSpPr>
          <p:cNvPr id="5" name="Rectangle 4"/>
          <p:cNvSpPr/>
          <p:nvPr userDrawn="1"/>
        </p:nvSpPr>
        <p:spPr>
          <a:xfrm>
            <a:off x="539554" y="6411612"/>
            <a:ext cx="2547505" cy="232157"/>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600"/>
          </a:p>
        </p:txBody>
      </p:sp>
      <p:pic>
        <p:nvPicPr>
          <p:cNvPr id="2" name="Picture 1">
            <a:extLst>
              <a:ext uri="{FF2B5EF4-FFF2-40B4-BE49-F238E27FC236}">
                <a16:creationId xmlns:a16="http://schemas.microsoft.com/office/drawing/2014/main" id="{A6A33542-C00C-DB40-A860-E5180D70691B}"/>
              </a:ext>
            </a:extLst>
          </p:cNvPr>
          <p:cNvPicPr>
            <a:picLocks noChangeAspect="1"/>
          </p:cNvPicPr>
          <p:nvPr userDrawn="1"/>
        </p:nvPicPr>
        <p:blipFill>
          <a:blip r:embed="rId2"/>
          <a:stretch>
            <a:fillRect/>
          </a:stretch>
        </p:blipFill>
        <p:spPr>
          <a:xfrm>
            <a:off x="-1476528" y="1100903"/>
            <a:ext cx="18123202" cy="2551848"/>
          </a:xfrm>
          <a:prstGeom prst="rect">
            <a:avLst/>
          </a:prstGeom>
        </p:spPr>
      </p:pic>
      <p:sp>
        <p:nvSpPr>
          <p:cNvPr id="4" name="Title 1">
            <a:extLst>
              <a:ext uri="{FF2B5EF4-FFF2-40B4-BE49-F238E27FC236}">
                <a16:creationId xmlns:a16="http://schemas.microsoft.com/office/drawing/2014/main" id="{2ECF2347-3E8B-E146-B72E-7689AE3D66DF}"/>
              </a:ext>
            </a:extLst>
          </p:cNvPr>
          <p:cNvSpPr>
            <a:spLocks noGrp="1"/>
          </p:cNvSpPr>
          <p:nvPr>
            <p:ph type="ctrTitle"/>
          </p:nvPr>
        </p:nvSpPr>
        <p:spPr>
          <a:xfrm>
            <a:off x="914401" y="1643365"/>
            <a:ext cx="10363200" cy="1470025"/>
          </a:xfrm>
          <a:prstGeom prst="rect">
            <a:avLst/>
          </a:prstGeom>
        </p:spPr>
        <p:txBody>
          <a:bodyPr/>
          <a:lstStyle>
            <a:lvl1pPr>
              <a:defRPr b="0" cap="none" spc="0">
                <a:ln w="18415" cmpd="sng">
                  <a:solidFill>
                    <a:srgbClr val="FFFFFF"/>
                  </a:solidFill>
                  <a:prstDash val="solid"/>
                </a:ln>
                <a:solidFill>
                  <a:srgbClr val="FFFFFF"/>
                </a:solidFill>
                <a:effectLst>
                  <a:outerShdw blurRad="63500" dir="3600000" algn="tl" rotWithShape="0">
                    <a:srgbClr val="000000">
                      <a:alpha val="70000"/>
                    </a:srgbClr>
                  </a:outerShdw>
                </a:effectLst>
              </a:defRPr>
            </a:lvl1pPr>
          </a:lstStyle>
          <a:p>
            <a:r>
              <a:rPr lang="en-US" dirty="0"/>
              <a:t>Click to edit Master title style</a:t>
            </a:r>
          </a:p>
        </p:txBody>
      </p:sp>
      <p:sp>
        <p:nvSpPr>
          <p:cNvPr id="6" name="Subtitle 2">
            <a:extLst>
              <a:ext uri="{FF2B5EF4-FFF2-40B4-BE49-F238E27FC236}">
                <a16:creationId xmlns:a16="http://schemas.microsoft.com/office/drawing/2014/main" id="{9F192BAC-C91F-564E-8268-9579784A21DA}"/>
              </a:ext>
            </a:extLst>
          </p:cNvPr>
          <p:cNvSpPr>
            <a:spLocks noGrp="1"/>
          </p:cNvSpPr>
          <p:nvPr>
            <p:ph type="subTitle" idx="1"/>
          </p:nvPr>
        </p:nvSpPr>
        <p:spPr>
          <a:xfrm>
            <a:off x="1828800" y="3886200"/>
            <a:ext cx="8534401"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Tree>
    <p:extLst>
      <p:ext uri="{BB962C8B-B14F-4D97-AF65-F5344CB8AC3E}">
        <p14:creationId xmlns:p14="http://schemas.microsoft.com/office/powerpoint/2010/main" val="40606858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png"/><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3.xml"/><Relationship Id="rId13" Type="http://schemas.openxmlformats.org/officeDocument/2006/relationships/slideLayout" Target="../slideLayouts/slideLayout28.xml"/><Relationship Id="rId3" Type="http://schemas.openxmlformats.org/officeDocument/2006/relationships/slideLayout" Target="../slideLayouts/slideLayout18.xml"/><Relationship Id="rId7" Type="http://schemas.openxmlformats.org/officeDocument/2006/relationships/slideLayout" Target="../slideLayouts/slideLayout22.xml"/><Relationship Id="rId12" Type="http://schemas.openxmlformats.org/officeDocument/2006/relationships/slideLayout" Target="../slideLayouts/slideLayout27.xml"/><Relationship Id="rId2" Type="http://schemas.openxmlformats.org/officeDocument/2006/relationships/slideLayout" Target="../slideLayouts/slideLayout17.xml"/><Relationship Id="rId16" Type="http://schemas.openxmlformats.org/officeDocument/2006/relationships/image" Target="../media/image1.png"/><Relationship Id="rId1" Type="http://schemas.openxmlformats.org/officeDocument/2006/relationships/slideLayout" Target="../slideLayouts/slideLayout16.xml"/><Relationship Id="rId6" Type="http://schemas.openxmlformats.org/officeDocument/2006/relationships/slideLayout" Target="../slideLayouts/slideLayout21.xml"/><Relationship Id="rId11" Type="http://schemas.openxmlformats.org/officeDocument/2006/relationships/slideLayout" Target="../slideLayouts/slideLayout26.xml"/><Relationship Id="rId5" Type="http://schemas.openxmlformats.org/officeDocument/2006/relationships/slideLayout" Target="../slideLayouts/slideLayout20.xml"/><Relationship Id="rId15" Type="http://schemas.openxmlformats.org/officeDocument/2006/relationships/theme" Target="../theme/theme2.xml"/><Relationship Id="rId10" Type="http://schemas.openxmlformats.org/officeDocument/2006/relationships/slideLayout" Target="../slideLayouts/slideLayout25.xml"/><Relationship Id="rId4" Type="http://schemas.openxmlformats.org/officeDocument/2006/relationships/slideLayout" Target="../slideLayouts/slideLayout19.xml"/><Relationship Id="rId9" Type="http://schemas.openxmlformats.org/officeDocument/2006/relationships/slideLayout" Target="../slideLayouts/slideLayout24.xml"/><Relationship Id="rId14" Type="http://schemas.openxmlformats.org/officeDocument/2006/relationships/slideLayout" Target="../slideLayouts/slideLayout2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180099" name="Rectangle 3"/>
          <p:cNvSpPr>
            <a:spLocks noGrp="1" noChangeArrowheads="1"/>
          </p:cNvSpPr>
          <p:nvPr>
            <p:ph type="title"/>
          </p:nvPr>
        </p:nvSpPr>
        <p:spPr bwMode="auto">
          <a:xfrm>
            <a:off x="706968" y="-76200"/>
            <a:ext cx="10164233" cy="83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7961" dir="2700000" algn="ctr" rotWithShape="0">
                    <a:schemeClr val="bg2"/>
                  </a:outerShdw>
                </a:effectLst>
              </a14:hiddenEffects>
            </a:ext>
          </a:extLst>
        </p:spPr>
        <p:txBody>
          <a:bodyPr vert="horz" wrap="square" lIns="82124" tIns="41061" rIns="82124" bIns="41061" numCol="1" anchor="b" anchorCtr="0" compatLnSpc="1">
            <a:prstTxWarp prst="textNoShape">
              <a:avLst/>
            </a:prstTxWarp>
          </a:bodyPr>
          <a:lstStyle/>
          <a:p>
            <a:pPr lvl="0"/>
            <a:r>
              <a:rPr lang="en-US" altLang="en-US" dirty="0"/>
              <a:t>Slide Title</a:t>
            </a:r>
          </a:p>
        </p:txBody>
      </p:sp>
      <p:sp>
        <p:nvSpPr>
          <p:cNvPr id="2180100" name="Rectangle 4"/>
          <p:cNvSpPr>
            <a:spLocks noGrp="1" noChangeArrowheads="1"/>
          </p:cNvSpPr>
          <p:nvPr>
            <p:ph type="body" idx="1"/>
          </p:nvPr>
        </p:nvSpPr>
        <p:spPr bwMode="auto">
          <a:xfrm>
            <a:off x="607485" y="1965326"/>
            <a:ext cx="10966449" cy="3571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82124" tIns="41061" rIns="82124" bIns="41061" numCol="1" anchor="ctr" anchorCtr="1" compatLnSpc="1">
            <a:prstTxWarp prst="textNoShape">
              <a:avLst/>
            </a:prstTxWarp>
          </a:bodyPr>
          <a:lstStyle/>
          <a:p>
            <a:pPr lvl="0"/>
            <a:r>
              <a:rPr lang="en-US" altLang="en-US"/>
              <a:t>Body Text</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2180101" name="Rectangle 5"/>
          <p:cNvSpPr>
            <a:spLocks noChangeArrowheads="1"/>
          </p:cNvSpPr>
          <p:nvPr/>
        </p:nvSpPr>
        <p:spPr bwMode="auto">
          <a:xfrm>
            <a:off x="11478684" y="6601653"/>
            <a:ext cx="306916" cy="2214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2124" tIns="41061" rIns="82124" bIns="41061" anchor="b" anchorCtr="1">
            <a:spAutoFit/>
          </a:bodyPr>
          <a:lstStyle>
            <a:lvl1pPr defTabSz="814388">
              <a:defRPr sz="2400">
                <a:solidFill>
                  <a:schemeClr val="tx1"/>
                </a:solidFill>
                <a:latin typeface="Arial" panose="020B0604020202020204" pitchFamily="34" charset="0"/>
              </a:defRPr>
            </a:lvl1pPr>
            <a:lvl2pPr marL="406400" defTabSz="814388">
              <a:defRPr sz="2400">
                <a:solidFill>
                  <a:schemeClr val="tx1"/>
                </a:solidFill>
                <a:latin typeface="Arial" panose="020B0604020202020204" pitchFamily="34" charset="0"/>
              </a:defRPr>
            </a:lvl2pPr>
            <a:lvl3pPr marL="814388" defTabSz="814388">
              <a:defRPr sz="2400">
                <a:solidFill>
                  <a:schemeClr val="tx1"/>
                </a:solidFill>
                <a:latin typeface="Arial" panose="020B0604020202020204" pitchFamily="34" charset="0"/>
              </a:defRPr>
            </a:lvl3pPr>
            <a:lvl4pPr marL="1222375" defTabSz="814388">
              <a:defRPr sz="2400">
                <a:solidFill>
                  <a:schemeClr val="tx1"/>
                </a:solidFill>
                <a:latin typeface="Arial" panose="020B0604020202020204" pitchFamily="34" charset="0"/>
              </a:defRPr>
            </a:lvl4pPr>
            <a:lvl5pPr marL="1630363" defTabSz="814388">
              <a:defRPr sz="2400">
                <a:solidFill>
                  <a:schemeClr val="tx1"/>
                </a:solidFill>
                <a:latin typeface="Arial" panose="020B0604020202020204" pitchFamily="34" charset="0"/>
              </a:defRPr>
            </a:lvl5pPr>
            <a:lvl6pPr marL="2087563" defTabSz="814388" eaLnBrk="0" fontAlgn="base" hangingPunct="0">
              <a:spcBef>
                <a:spcPct val="0"/>
              </a:spcBef>
              <a:spcAft>
                <a:spcPct val="0"/>
              </a:spcAft>
              <a:defRPr sz="2400">
                <a:solidFill>
                  <a:schemeClr val="tx1"/>
                </a:solidFill>
                <a:latin typeface="Arial" panose="020B0604020202020204" pitchFamily="34" charset="0"/>
              </a:defRPr>
            </a:lvl6pPr>
            <a:lvl7pPr marL="2544763" defTabSz="814388" eaLnBrk="0" fontAlgn="base" hangingPunct="0">
              <a:spcBef>
                <a:spcPct val="0"/>
              </a:spcBef>
              <a:spcAft>
                <a:spcPct val="0"/>
              </a:spcAft>
              <a:defRPr sz="2400">
                <a:solidFill>
                  <a:schemeClr val="tx1"/>
                </a:solidFill>
                <a:latin typeface="Arial" panose="020B0604020202020204" pitchFamily="34" charset="0"/>
              </a:defRPr>
            </a:lvl7pPr>
            <a:lvl8pPr marL="3001963" defTabSz="814388" eaLnBrk="0" fontAlgn="base" hangingPunct="0">
              <a:spcBef>
                <a:spcPct val="0"/>
              </a:spcBef>
              <a:spcAft>
                <a:spcPct val="0"/>
              </a:spcAft>
              <a:defRPr sz="2400">
                <a:solidFill>
                  <a:schemeClr val="tx1"/>
                </a:solidFill>
                <a:latin typeface="Arial" panose="020B0604020202020204" pitchFamily="34" charset="0"/>
              </a:defRPr>
            </a:lvl8pPr>
            <a:lvl9pPr marL="3459163" defTabSz="814388" eaLnBrk="0" fontAlgn="base" hangingPunct="0">
              <a:spcBef>
                <a:spcPct val="0"/>
              </a:spcBef>
              <a:spcAft>
                <a:spcPct val="0"/>
              </a:spcAft>
              <a:defRPr sz="2400">
                <a:solidFill>
                  <a:schemeClr val="tx1"/>
                </a:solidFill>
                <a:latin typeface="Arial" panose="020B0604020202020204" pitchFamily="34" charset="0"/>
              </a:defRPr>
            </a:lvl9pPr>
          </a:lstStyle>
          <a:p>
            <a:fld id="{0B45AE87-9DA3-4B8A-8337-6E4BCC9F1F58}" type="slidenum">
              <a:rPr lang="he-IL" altLang="en-US" sz="900" b="0">
                <a:solidFill>
                  <a:srgbClr val="808080"/>
                </a:solidFill>
                <a:cs typeface="Arial" panose="020B0604020202020204" pitchFamily="34" charset="0"/>
              </a:rPr>
              <a:pPr/>
              <a:t>‹#›</a:t>
            </a:fld>
            <a:endParaRPr lang="en-US" altLang="en-US" sz="900" b="0">
              <a:solidFill>
                <a:srgbClr val="808080"/>
              </a:solidFill>
            </a:endParaRPr>
          </a:p>
        </p:txBody>
      </p:sp>
      <p:sp>
        <p:nvSpPr>
          <p:cNvPr id="2180102" name="Rectangle 6"/>
          <p:cNvSpPr>
            <a:spLocks noChangeArrowheads="1"/>
          </p:cNvSpPr>
          <p:nvPr/>
        </p:nvSpPr>
        <p:spPr bwMode="auto">
          <a:xfrm>
            <a:off x="11478684" y="6601653"/>
            <a:ext cx="306916" cy="2214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2124" tIns="41061" rIns="82124" bIns="41061" anchor="b" anchorCtr="1">
            <a:spAutoFit/>
          </a:bodyPr>
          <a:lstStyle>
            <a:lvl1pPr defTabSz="814388">
              <a:defRPr sz="2400">
                <a:solidFill>
                  <a:schemeClr val="tx1"/>
                </a:solidFill>
                <a:latin typeface="Arial" panose="020B0604020202020204" pitchFamily="34" charset="0"/>
              </a:defRPr>
            </a:lvl1pPr>
            <a:lvl2pPr marL="406400" defTabSz="814388">
              <a:defRPr sz="2400">
                <a:solidFill>
                  <a:schemeClr val="tx1"/>
                </a:solidFill>
                <a:latin typeface="Arial" panose="020B0604020202020204" pitchFamily="34" charset="0"/>
              </a:defRPr>
            </a:lvl2pPr>
            <a:lvl3pPr marL="814388" defTabSz="814388">
              <a:defRPr sz="2400">
                <a:solidFill>
                  <a:schemeClr val="tx1"/>
                </a:solidFill>
                <a:latin typeface="Arial" panose="020B0604020202020204" pitchFamily="34" charset="0"/>
              </a:defRPr>
            </a:lvl3pPr>
            <a:lvl4pPr marL="1222375" defTabSz="814388">
              <a:defRPr sz="2400">
                <a:solidFill>
                  <a:schemeClr val="tx1"/>
                </a:solidFill>
                <a:latin typeface="Arial" panose="020B0604020202020204" pitchFamily="34" charset="0"/>
              </a:defRPr>
            </a:lvl4pPr>
            <a:lvl5pPr marL="1630363" defTabSz="814388">
              <a:defRPr sz="2400">
                <a:solidFill>
                  <a:schemeClr val="tx1"/>
                </a:solidFill>
                <a:latin typeface="Arial" panose="020B0604020202020204" pitchFamily="34" charset="0"/>
              </a:defRPr>
            </a:lvl5pPr>
            <a:lvl6pPr marL="2087563" defTabSz="814388" eaLnBrk="0" fontAlgn="base" hangingPunct="0">
              <a:spcBef>
                <a:spcPct val="0"/>
              </a:spcBef>
              <a:spcAft>
                <a:spcPct val="0"/>
              </a:spcAft>
              <a:defRPr sz="2400">
                <a:solidFill>
                  <a:schemeClr val="tx1"/>
                </a:solidFill>
                <a:latin typeface="Arial" panose="020B0604020202020204" pitchFamily="34" charset="0"/>
              </a:defRPr>
            </a:lvl6pPr>
            <a:lvl7pPr marL="2544763" defTabSz="814388" eaLnBrk="0" fontAlgn="base" hangingPunct="0">
              <a:spcBef>
                <a:spcPct val="0"/>
              </a:spcBef>
              <a:spcAft>
                <a:spcPct val="0"/>
              </a:spcAft>
              <a:defRPr sz="2400">
                <a:solidFill>
                  <a:schemeClr val="tx1"/>
                </a:solidFill>
                <a:latin typeface="Arial" panose="020B0604020202020204" pitchFamily="34" charset="0"/>
              </a:defRPr>
            </a:lvl7pPr>
            <a:lvl8pPr marL="3001963" defTabSz="814388" eaLnBrk="0" fontAlgn="base" hangingPunct="0">
              <a:spcBef>
                <a:spcPct val="0"/>
              </a:spcBef>
              <a:spcAft>
                <a:spcPct val="0"/>
              </a:spcAft>
              <a:defRPr sz="2400">
                <a:solidFill>
                  <a:schemeClr val="tx1"/>
                </a:solidFill>
                <a:latin typeface="Arial" panose="020B0604020202020204" pitchFamily="34" charset="0"/>
              </a:defRPr>
            </a:lvl8pPr>
            <a:lvl9pPr marL="3459163" defTabSz="814388" eaLnBrk="0" fontAlgn="base" hangingPunct="0">
              <a:spcBef>
                <a:spcPct val="0"/>
              </a:spcBef>
              <a:spcAft>
                <a:spcPct val="0"/>
              </a:spcAft>
              <a:defRPr sz="2400">
                <a:solidFill>
                  <a:schemeClr val="tx1"/>
                </a:solidFill>
                <a:latin typeface="Arial" panose="020B0604020202020204" pitchFamily="34" charset="0"/>
              </a:defRPr>
            </a:lvl9pPr>
          </a:lstStyle>
          <a:p>
            <a:fld id="{ED3AF167-FA6D-46C1-8880-CC6CF244BD04}" type="slidenum">
              <a:rPr lang="he-IL" altLang="en-US" sz="900" b="0">
                <a:solidFill>
                  <a:srgbClr val="808080"/>
                </a:solidFill>
                <a:cs typeface="Arial" panose="020B0604020202020204" pitchFamily="34" charset="0"/>
              </a:rPr>
              <a:pPr/>
              <a:t>‹#›</a:t>
            </a:fld>
            <a:endParaRPr lang="en-US" altLang="en-US" sz="900" b="0">
              <a:solidFill>
                <a:srgbClr val="808080"/>
              </a:solidFill>
            </a:endParaRPr>
          </a:p>
        </p:txBody>
      </p:sp>
      <p:sp>
        <p:nvSpPr>
          <p:cNvPr id="2180103" name="Rectangle 7"/>
          <p:cNvSpPr>
            <a:spLocks noChangeArrowheads="1"/>
          </p:cNvSpPr>
          <p:nvPr/>
        </p:nvSpPr>
        <p:spPr bwMode="auto">
          <a:xfrm>
            <a:off x="11478684" y="6601653"/>
            <a:ext cx="306916" cy="2214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2124" tIns="41061" rIns="82124" bIns="41061" anchor="b" anchorCtr="1">
            <a:spAutoFit/>
          </a:bodyPr>
          <a:lstStyle>
            <a:lvl1pPr defTabSz="814388">
              <a:defRPr sz="2400">
                <a:solidFill>
                  <a:schemeClr val="tx1"/>
                </a:solidFill>
                <a:latin typeface="Arial" panose="020B0604020202020204" pitchFamily="34" charset="0"/>
              </a:defRPr>
            </a:lvl1pPr>
            <a:lvl2pPr marL="406400" defTabSz="814388">
              <a:defRPr sz="2400">
                <a:solidFill>
                  <a:schemeClr val="tx1"/>
                </a:solidFill>
                <a:latin typeface="Arial" panose="020B0604020202020204" pitchFamily="34" charset="0"/>
              </a:defRPr>
            </a:lvl2pPr>
            <a:lvl3pPr marL="814388" defTabSz="814388">
              <a:defRPr sz="2400">
                <a:solidFill>
                  <a:schemeClr val="tx1"/>
                </a:solidFill>
                <a:latin typeface="Arial" panose="020B0604020202020204" pitchFamily="34" charset="0"/>
              </a:defRPr>
            </a:lvl3pPr>
            <a:lvl4pPr marL="1222375" defTabSz="814388">
              <a:defRPr sz="2400">
                <a:solidFill>
                  <a:schemeClr val="tx1"/>
                </a:solidFill>
                <a:latin typeface="Arial" panose="020B0604020202020204" pitchFamily="34" charset="0"/>
              </a:defRPr>
            </a:lvl4pPr>
            <a:lvl5pPr marL="1630363" defTabSz="814388">
              <a:defRPr sz="2400">
                <a:solidFill>
                  <a:schemeClr val="tx1"/>
                </a:solidFill>
                <a:latin typeface="Arial" panose="020B0604020202020204" pitchFamily="34" charset="0"/>
              </a:defRPr>
            </a:lvl5pPr>
            <a:lvl6pPr marL="2087563" defTabSz="814388" eaLnBrk="0" fontAlgn="base" hangingPunct="0">
              <a:spcBef>
                <a:spcPct val="0"/>
              </a:spcBef>
              <a:spcAft>
                <a:spcPct val="0"/>
              </a:spcAft>
              <a:defRPr sz="2400">
                <a:solidFill>
                  <a:schemeClr val="tx1"/>
                </a:solidFill>
                <a:latin typeface="Arial" panose="020B0604020202020204" pitchFamily="34" charset="0"/>
              </a:defRPr>
            </a:lvl6pPr>
            <a:lvl7pPr marL="2544763" defTabSz="814388" eaLnBrk="0" fontAlgn="base" hangingPunct="0">
              <a:spcBef>
                <a:spcPct val="0"/>
              </a:spcBef>
              <a:spcAft>
                <a:spcPct val="0"/>
              </a:spcAft>
              <a:defRPr sz="2400">
                <a:solidFill>
                  <a:schemeClr val="tx1"/>
                </a:solidFill>
                <a:latin typeface="Arial" panose="020B0604020202020204" pitchFamily="34" charset="0"/>
              </a:defRPr>
            </a:lvl7pPr>
            <a:lvl8pPr marL="3001963" defTabSz="814388" eaLnBrk="0" fontAlgn="base" hangingPunct="0">
              <a:spcBef>
                <a:spcPct val="0"/>
              </a:spcBef>
              <a:spcAft>
                <a:spcPct val="0"/>
              </a:spcAft>
              <a:defRPr sz="2400">
                <a:solidFill>
                  <a:schemeClr val="tx1"/>
                </a:solidFill>
                <a:latin typeface="Arial" panose="020B0604020202020204" pitchFamily="34" charset="0"/>
              </a:defRPr>
            </a:lvl8pPr>
            <a:lvl9pPr marL="3459163" defTabSz="814388" eaLnBrk="0" fontAlgn="base" hangingPunct="0">
              <a:spcBef>
                <a:spcPct val="0"/>
              </a:spcBef>
              <a:spcAft>
                <a:spcPct val="0"/>
              </a:spcAft>
              <a:defRPr sz="2400">
                <a:solidFill>
                  <a:schemeClr val="tx1"/>
                </a:solidFill>
                <a:latin typeface="Arial" panose="020B0604020202020204" pitchFamily="34" charset="0"/>
              </a:defRPr>
            </a:lvl9pPr>
          </a:lstStyle>
          <a:p>
            <a:fld id="{69977082-EDC2-4801-95FD-EC1F9C4E572C}" type="slidenum">
              <a:rPr lang="he-IL" altLang="en-US" sz="900" b="0">
                <a:solidFill>
                  <a:srgbClr val="808080"/>
                </a:solidFill>
                <a:cs typeface="Arial" panose="020B0604020202020204" pitchFamily="34" charset="0"/>
              </a:rPr>
              <a:pPr/>
              <a:t>‹#›</a:t>
            </a:fld>
            <a:endParaRPr lang="en-US" altLang="en-US" sz="900" b="0">
              <a:solidFill>
                <a:srgbClr val="808080"/>
              </a:solidFill>
            </a:endParaRPr>
          </a:p>
        </p:txBody>
      </p:sp>
      <p:pic>
        <p:nvPicPr>
          <p:cNvPr id="8" name="Picture 7" descr="Artboard 3 copy 2.png">
            <a:extLst>
              <a:ext uri="{FF2B5EF4-FFF2-40B4-BE49-F238E27FC236}">
                <a16:creationId xmlns:a16="http://schemas.microsoft.com/office/drawing/2014/main" id="{1E708198-2CA9-2F43-8D44-B4C34F65B363}"/>
              </a:ext>
            </a:extLst>
          </p:cNvPr>
          <p:cNvPicPr>
            <a:picLocks noChangeAspect="1"/>
          </p:cNvPicPr>
          <p:nvPr userDrawn="1"/>
        </p:nvPicPr>
        <p:blipFill>
          <a:blip r:embed="rId17" cstate="print">
            <a:extLst>
              <a:ext uri="{28A0092B-C50C-407E-A947-70E740481C1C}">
                <a14:useLocalDpi xmlns:a14="http://schemas.microsoft.com/office/drawing/2010/main" val="0"/>
              </a:ext>
            </a:extLst>
          </a:blip>
          <a:stretch>
            <a:fillRect/>
          </a:stretch>
        </p:blipFill>
        <p:spPr>
          <a:xfrm>
            <a:off x="0" y="-2667000"/>
            <a:ext cx="12192000" cy="6858000"/>
          </a:xfrm>
          <a:prstGeom prst="rect">
            <a:avLst/>
          </a:prstGeom>
        </p:spPr>
      </p:pic>
    </p:spTree>
    <p:extLst>
      <p:ext uri="{BB962C8B-B14F-4D97-AF65-F5344CB8AC3E}">
        <p14:creationId xmlns:p14="http://schemas.microsoft.com/office/powerpoint/2010/main" val="508317986"/>
      </p:ext>
    </p:extLst>
  </p:cSld>
  <p:clrMap bg1="lt1" tx1="dk1" bg2="lt2" tx2="dk2" accent1="accent1" accent2="accent2" accent3="accent3" accent4="accent4" accent5="accent5" accent6="accent6" hlink="hlink" folHlink="folHlink"/>
  <p:sldLayoutIdLst>
    <p:sldLayoutId id="2147483677" r:id="rId1"/>
    <p:sldLayoutId id="2147483678" r:id="rId2"/>
    <p:sldLayoutId id="2147483679" r:id="rId3"/>
    <p:sldLayoutId id="2147483680" r:id="rId4"/>
    <p:sldLayoutId id="2147483681" r:id="rId5"/>
    <p:sldLayoutId id="2147483682" r:id="rId6"/>
    <p:sldLayoutId id="2147483683" r:id="rId7"/>
    <p:sldLayoutId id="2147483684" r:id="rId8"/>
    <p:sldLayoutId id="2147483685" r:id="rId9"/>
    <p:sldLayoutId id="2147483686" r:id="rId10"/>
    <p:sldLayoutId id="2147483687" r:id="rId11"/>
    <p:sldLayoutId id="2147483688" r:id="rId12"/>
    <p:sldLayoutId id="2147483689" r:id="rId13"/>
    <p:sldLayoutId id="2147483690" r:id="rId14"/>
    <p:sldLayoutId id="2147483691" r:id="rId15"/>
  </p:sldLayoutIdLst>
  <p:txStyles>
    <p:titleStyle>
      <a:lvl1pPr algn="l" defTabSz="814388" rtl="0" eaLnBrk="1" fontAlgn="base" hangingPunct="1">
        <a:lnSpc>
          <a:spcPct val="90000"/>
        </a:lnSpc>
        <a:spcBef>
          <a:spcPct val="0"/>
        </a:spcBef>
        <a:spcAft>
          <a:spcPct val="0"/>
        </a:spcAft>
        <a:defRPr sz="3200" b="1" kern="1200">
          <a:solidFill>
            <a:schemeClr val="bg1"/>
          </a:solidFill>
          <a:latin typeface="+mj-lt"/>
          <a:ea typeface="+mj-ea"/>
          <a:cs typeface="+mj-cs"/>
        </a:defRPr>
      </a:lvl1pPr>
      <a:lvl2pPr algn="l" defTabSz="814388" rtl="0" eaLnBrk="1" fontAlgn="base" hangingPunct="1">
        <a:lnSpc>
          <a:spcPct val="90000"/>
        </a:lnSpc>
        <a:spcBef>
          <a:spcPct val="0"/>
        </a:spcBef>
        <a:spcAft>
          <a:spcPct val="0"/>
        </a:spcAft>
        <a:defRPr sz="3200" b="1">
          <a:solidFill>
            <a:schemeClr val="bg1"/>
          </a:solidFill>
          <a:latin typeface="Arial" panose="020B0604020202020204" pitchFamily="34" charset="0"/>
        </a:defRPr>
      </a:lvl2pPr>
      <a:lvl3pPr algn="l" defTabSz="814388" rtl="0" eaLnBrk="1" fontAlgn="base" hangingPunct="1">
        <a:lnSpc>
          <a:spcPct val="90000"/>
        </a:lnSpc>
        <a:spcBef>
          <a:spcPct val="0"/>
        </a:spcBef>
        <a:spcAft>
          <a:spcPct val="0"/>
        </a:spcAft>
        <a:defRPr sz="3200" b="1">
          <a:solidFill>
            <a:schemeClr val="bg1"/>
          </a:solidFill>
          <a:latin typeface="Arial" panose="020B0604020202020204" pitchFamily="34" charset="0"/>
        </a:defRPr>
      </a:lvl3pPr>
      <a:lvl4pPr algn="l" defTabSz="814388" rtl="0" eaLnBrk="1" fontAlgn="base" hangingPunct="1">
        <a:lnSpc>
          <a:spcPct val="90000"/>
        </a:lnSpc>
        <a:spcBef>
          <a:spcPct val="0"/>
        </a:spcBef>
        <a:spcAft>
          <a:spcPct val="0"/>
        </a:spcAft>
        <a:defRPr sz="3200" b="1">
          <a:solidFill>
            <a:schemeClr val="bg1"/>
          </a:solidFill>
          <a:latin typeface="Arial" panose="020B0604020202020204" pitchFamily="34" charset="0"/>
        </a:defRPr>
      </a:lvl4pPr>
      <a:lvl5pPr algn="l" defTabSz="814388" rtl="0" eaLnBrk="1" fontAlgn="base" hangingPunct="1">
        <a:lnSpc>
          <a:spcPct val="90000"/>
        </a:lnSpc>
        <a:spcBef>
          <a:spcPct val="0"/>
        </a:spcBef>
        <a:spcAft>
          <a:spcPct val="0"/>
        </a:spcAft>
        <a:defRPr sz="3200" b="1">
          <a:solidFill>
            <a:schemeClr val="bg1"/>
          </a:solidFill>
          <a:latin typeface="Arial" panose="020B0604020202020204" pitchFamily="34" charset="0"/>
        </a:defRPr>
      </a:lvl5pPr>
      <a:lvl6pPr marL="457200" algn="l" defTabSz="814388" rtl="0" eaLnBrk="1" fontAlgn="base" hangingPunct="1">
        <a:lnSpc>
          <a:spcPct val="90000"/>
        </a:lnSpc>
        <a:spcBef>
          <a:spcPct val="0"/>
        </a:spcBef>
        <a:spcAft>
          <a:spcPct val="0"/>
        </a:spcAft>
        <a:defRPr sz="3200" b="1">
          <a:solidFill>
            <a:schemeClr val="bg1"/>
          </a:solidFill>
          <a:latin typeface="Arial" panose="020B0604020202020204" pitchFamily="34" charset="0"/>
        </a:defRPr>
      </a:lvl6pPr>
      <a:lvl7pPr marL="914400" algn="l" defTabSz="814388" rtl="0" eaLnBrk="1" fontAlgn="base" hangingPunct="1">
        <a:lnSpc>
          <a:spcPct val="90000"/>
        </a:lnSpc>
        <a:spcBef>
          <a:spcPct val="0"/>
        </a:spcBef>
        <a:spcAft>
          <a:spcPct val="0"/>
        </a:spcAft>
        <a:defRPr sz="3200" b="1">
          <a:solidFill>
            <a:schemeClr val="bg1"/>
          </a:solidFill>
          <a:latin typeface="Arial" panose="020B0604020202020204" pitchFamily="34" charset="0"/>
        </a:defRPr>
      </a:lvl7pPr>
      <a:lvl8pPr marL="1371600" algn="l" defTabSz="814388" rtl="0" eaLnBrk="1" fontAlgn="base" hangingPunct="1">
        <a:lnSpc>
          <a:spcPct val="90000"/>
        </a:lnSpc>
        <a:spcBef>
          <a:spcPct val="0"/>
        </a:spcBef>
        <a:spcAft>
          <a:spcPct val="0"/>
        </a:spcAft>
        <a:defRPr sz="3200" b="1">
          <a:solidFill>
            <a:schemeClr val="bg1"/>
          </a:solidFill>
          <a:latin typeface="Arial" panose="020B0604020202020204" pitchFamily="34" charset="0"/>
        </a:defRPr>
      </a:lvl8pPr>
      <a:lvl9pPr marL="1828800" algn="l" defTabSz="814388" rtl="0" eaLnBrk="1" fontAlgn="base" hangingPunct="1">
        <a:lnSpc>
          <a:spcPct val="90000"/>
        </a:lnSpc>
        <a:spcBef>
          <a:spcPct val="0"/>
        </a:spcBef>
        <a:spcAft>
          <a:spcPct val="0"/>
        </a:spcAft>
        <a:defRPr sz="3200" b="1">
          <a:solidFill>
            <a:schemeClr val="bg1"/>
          </a:solidFill>
          <a:latin typeface="Arial" panose="020B0604020202020204" pitchFamily="34" charset="0"/>
        </a:defRPr>
      </a:lvl9pPr>
    </p:titleStyle>
    <p:bodyStyle>
      <a:lvl1pPr marL="288925" indent="-288925" algn="l" defTabSz="814388" rtl="0" eaLnBrk="1" fontAlgn="base" hangingPunct="1">
        <a:lnSpc>
          <a:spcPct val="95000"/>
        </a:lnSpc>
        <a:spcBef>
          <a:spcPct val="50000"/>
        </a:spcBef>
        <a:spcAft>
          <a:spcPct val="0"/>
        </a:spcAft>
        <a:buClr>
          <a:srgbClr val="0066CC"/>
        </a:buClr>
        <a:buSzPct val="140000"/>
        <a:buChar char="•"/>
        <a:defRPr sz="3000" b="1" kern="1200">
          <a:solidFill>
            <a:schemeClr val="tx1"/>
          </a:solidFill>
          <a:latin typeface="+mn-lt"/>
          <a:ea typeface="+mn-ea"/>
          <a:cs typeface="+mn-cs"/>
        </a:defRPr>
      </a:lvl1pPr>
      <a:lvl2pPr marL="627063" algn="l" defTabSz="814388" rtl="0" eaLnBrk="1" fontAlgn="base" hangingPunct="1">
        <a:lnSpc>
          <a:spcPct val="95000"/>
        </a:lnSpc>
        <a:spcBef>
          <a:spcPct val="50000"/>
        </a:spcBef>
        <a:spcAft>
          <a:spcPct val="0"/>
        </a:spcAft>
        <a:defRPr sz="2600" b="1" kern="1200">
          <a:solidFill>
            <a:schemeClr val="tx1"/>
          </a:solidFill>
          <a:latin typeface="+mn-lt"/>
          <a:ea typeface="+mn-ea"/>
          <a:cs typeface="+mn-cs"/>
        </a:defRPr>
      </a:lvl2pPr>
      <a:lvl3pPr marL="965200" algn="l" defTabSz="814388" rtl="0" eaLnBrk="1" fontAlgn="base" hangingPunct="1">
        <a:lnSpc>
          <a:spcPct val="95000"/>
        </a:lnSpc>
        <a:spcBef>
          <a:spcPct val="50000"/>
        </a:spcBef>
        <a:spcAft>
          <a:spcPct val="0"/>
        </a:spcAft>
        <a:defRPr sz="2600" b="1" kern="1200">
          <a:solidFill>
            <a:schemeClr val="tx1"/>
          </a:solidFill>
          <a:latin typeface="+mn-lt"/>
          <a:ea typeface="+mn-ea"/>
          <a:cs typeface="+mn-cs"/>
        </a:defRPr>
      </a:lvl3pPr>
      <a:lvl4pPr marL="1317625" algn="l" defTabSz="814388" rtl="0" eaLnBrk="1" fontAlgn="base" hangingPunct="1">
        <a:lnSpc>
          <a:spcPct val="95000"/>
        </a:lnSpc>
        <a:spcBef>
          <a:spcPct val="50000"/>
        </a:spcBef>
        <a:spcAft>
          <a:spcPct val="0"/>
        </a:spcAft>
        <a:defRPr sz="2600" b="1" kern="1200">
          <a:solidFill>
            <a:schemeClr val="tx1"/>
          </a:solidFill>
          <a:latin typeface="+mn-lt"/>
          <a:ea typeface="+mn-ea"/>
          <a:cs typeface="+mn-cs"/>
        </a:defRPr>
      </a:lvl4pPr>
      <a:lvl5pPr marL="1604963" algn="l" defTabSz="814388" rtl="0" eaLnBrk="1" fontAlgn="base" hangingPunct="1">
        <a:lnSpc>
          <a:spcPct val="95000"/>
        </a:lnSpc>
        <a:spcBef>
          <a:spcPct val="50000"/>
        </a:spcBef>
        <a:spcAft>
          <a:spcPct val="0"/>
        </a:spcAft>
        <a:defRPr sz="2600" b="1"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09602" y="1600206"/>
            <a:ext cx="10972801"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p:cNvSpPr>
            <a:spLocks noGrp="1"/>
          </p:cNvSpPr>
          <p:nvPr>
            <p:ph type="sldNum" sz="quarter" idx="4"/>
          </p:nvPr>
        </p:nvSpPr>
        <p:spPr>
          <a:xfrm>
            <a:off x="8737603" y="6356380"/>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78E36C7-644E-854E-B6EB-ACE77BE98D44}" type="slidenum">
              <a:rPr lang="en-US" smtClean="0"/>
              <a:pPr/>
              <a:t>‹#›</a:t>
            </a:fld>
            <a:endParaRPr lang="en-US"/>
          </a:p>
        </p:txBody>
      </p:sp>
      <p:pic>
        <p:nvPicPr>
          <p:cNvPr id="2" name="Picture 1" descr="Artboard 3 copy 2.png"/>
          <p:cNvPicPr>
            <a:picLocks noChangeAspect="1"/>
          </p:cNvPicPr>
          <p:nvPr userDrawn="1"/>
        </p:nvPicPr>
        <p:blipFill>
          <a:blip r:embed="rId16">
            <a:extLst>
              <a:ext uri="{28A0092B-C50C-407E-A947-70E740481C1C}">
                <a14:useLocalDpi xmlns:a14="http://schemas.microsoft.com/office/drawing/2010/main" val="0"/>
              </a:ext>
            </a:extLst>
          </a:blip>
          <a:stretch>
            <a:fillRect/>
          </a:stretch>
        </p:blipFill>
        <p:spPr>
          <a:xfrm>
            <a:off x="0" y="-2633024"/>
            <a:ext cx="12195176" cy="6858000"/>
          </a:xfrm>
          <a:prstGeom prst="rect">
            <a:avLst/>
          </a:prstGeom>
        </p:spPr>
      </p:pic>
    </p:spTree>
    <p:extLst>
      <p:ext uri="{BB962C8B-B14F-4D97-AF65-F5344CB8AC3E}">
        <p14:creationId xmlns:p14="http://schemas.microsoft.com/office/powerpoint/2010/main" val="1235334806"/>
      </p:ext>
    </p:extLst>
  </p:cSld>
  <p:clrMap bg1="lt1" tx1="dk1" bg2="lt2" tx2="dk2" accent1="accent1" accent2="accent2" accent3="accent3" accent4="accent4" accent5="accent5" accent6="accent6" hlink="hlink" folHlink="folHlink"/>
  <p:sldLayoutIdLst>
    <p:sldLayoutId id="2147483695" r:id="rId1"/>
    <p:sldLayoutId id="2147483696" r:id="rId2"/>
    <p:sldLayoutId id="2147483697" r:id="rId3"/>
    <p:sldLayoutId id="2147483698" r:id="rId4"/>
    <p:sldLayoutId id="2147483699" r:id="rId5"/>
    <p:sldLayoutId id="2147483700" r:id="rId6"/>
    <p:sldLayoutId id="2147483701" r:id="rId7"/>
    <p:sldLayoutId id="2147483702" r:id="rId8"/>
    <p:sldLayoutId id="2147483703" r:id="rId9"/>
    <p:sldLayoutId id="2147483704" r:id="rId10"/>
    <p:sldLayoutId id="2147483705" r:id="rId11"/>
    <p:sldLayoutId id="2147483706" r:id="rId12"/>
    <p:sldLayoutId id="2147483707" r:id="rId13"/>
    <p:sldLayoutId id="2147483708" r:id="rId14"/>
  </p:sldLayoutIdLst>
  <p:hf hd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xml"/><Relationship Id="rId1" Type="http://schemas.openxmlformats.org/officeDocument/2006/relationships/slideLayout" Target="../slideLayouts/slideLayout29.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6.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notesSlide" Target="../notesSlides/notesSlide3.xml"/><Relationship Id="rId7" Type="http://schemas.openxmlformats.org/officeDocument/2006/relationships/diagramColors" Target="../diagrams/colors1.xml"/><Relationship Id="rId2" Type="http://schemas.openxmlformats.org/officeDocument/2006/relationships/slideLayout" Target="../slideLayouts/slideLayout4.xml"/><Relationship Id="rId1" Type="http://schemas.openxmlformats.org/officeDocument/2006/relationships/tags" Target="../tags/tag1.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7.xml"/><Relationship Id="rId5" Type="http://schemas.openxmlformats.org/officeDocument/2006/relationships/image" Target="../media/image8.pn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7.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1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7.xml"/></Relationships>
</file>

<file path=ppt/slides/_rels/slide12.xml.rels><?xml version="1.0" encoding="UTF-8" standalone="yes"?>
<Relationships xmlns="http://schemas.openxmlformats.org/package/2006/relationships"><Relationship Id="rId3" Type="http://schemas.openxmlformats.org/officeDocument/2006/relationships/hyperlink" Target="https://dl.acm.org/doi/10.1145/3267809.3267823" TargetMode="External"/><Relationship Id="rId2" Type="http://schemas.openxmlformats.org/officeDocument/2006/relationships/hyperlink" Target="https://github.com/kaist-ina/TopFull/tree/main" TargetMode="External"/><Relationship Id="rId1" Type="http://schemas.openxmlformats.org/officeDocument/2006/relationships/slideLayout" Target="../slideLayouts/slideLayout17.xml"/><Relationship Id="rId5" Type="http://schemas.openxmlformats.org/officeDocument/2006/relationships/image" Target="../media/image14.png"/><Relationship Id="rId4" Type="http://schemas.openxmlformats.org/officeDocument/2006/relationships/hyperlink" Target="https://github.com/wwz16/dagor" TargetMode="External"/></Relationships>
</file>

<file path=ppt/slides/_rels/slide1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7.xml"/></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7.xml"/></Relationships>
</file>

<file path=ppt/slides/_rels/slide15.xml.rels><?xml version="1.0" encoding="UTF-8" standalone="yes"?>
<Relationships xmlns="http://schemas.openxmlformats.org/package/2006/relationships"><Relationship Id="rId3" Type="http://schemas.openxmlformats.org/officeDocument/2006/relationships/hyperlink" Target="https://github.com/alibaba/clusterdata/tree/master/cluster-trace-microservices-v2022" TargetMode="External"/><Relationship Id="rId2" Type="http://schemas.openxmlformats.org/officeDocument/2006/relationships/hyperlink" Target="https://dataverse.harvard.edu/dataset.xhtml?persistentId=doi:10.7910/DVN/T53HGF" TargetMode="External"/><Relationship Id="rId1" Type="http://schemas.openxmlformats.org/officeDocument/2006/relationships/slideLayout" Target="../slideLayouts/slideLayout17.xml"/><Relationship Id="rId5" Type="http://schemas.openxmlformats.org/officeDocument/2006/relationships/image" Target="../media/image14.png"/><Relationship Id="rId4" Type="http://schemas.openxmlformats.org/officeDocument/2006/relationships/hyperlink" Target="https://zenodo.org/records/13947828" TargetMode="External"/></Relationships>
</file>

<file path=ppt/slides/_rels/slide1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Blavatnik School of Computer Science, Tel Aviv University Employees,  Location, Alumni | LinkedIn">
            <a:extLst>
              <a:ext uri="{FF2B5EF4-FFF2-40B4-BE49-F238E27FC236}">
                <a16:creationId xmlns:a16="http://schemas.microsoft.com/office/drawing/2014/main" id="{7A8BEED8-3065-31EB-F505-681B44D5EE7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80338" y="5249205"/>
            <a:ext cx="1905000" cy="1905000"/>
          </a:xfrm>
          <a:prstGeom prst="rect">
            <a:avLst/>
          </a:prstGeom>
          <a:noFill/>
          <a:extLst>
            <a:ext uri="{909E8E84-426E-40DD-AFC4-6F175D3DCCD1}">
              <a14:hiddenFill xmlns:a14="http://schemas.microsoft.com/office/drawing/2010/main">
                <a:solidFill>
                  <a:srgbClr val="FFFFFF"/>
                </a:solidFill>
              </a14:hiddenFill>
            </a:ext>
          </a:extLst>
        </p:spPr>
      </p:pic>
      <p:sp>
        <p:nvSpPr>
          <p:cNvPr id="5" name="Title 4"/>
          <p:cNvSpPr>
            <a:spLocks noGrp="1"/>
          </p:cNvSpPr>
          <p:nvPr>
            <p:ph type="ctrTitle"/>
          </p:nvPr>
        </p:nvSpPr>
        <p:spPr>
          <a:xfrm>
            <a:off x="731433" y="1537133"/>
            <a:ext cx="10360501" cy="1470025"/>
          </a:xfrm>
          <a:effectLst/>
        </p:spPr>
        <p:txBody>
          <a:bodyPr/>
          <a:lstStyle/>
          <a:p>
            <a:r>
              <a:rPr lang="en-US" sz="6600" dirty="0">
                <a:solidFill>
                  <a:schemeClr val="tx1"/>
                </a:solidFill>
                <a:effectLst/>
              </a:rPr>
              <a:t> </a:t>
            </a:r>
            <a:endParaRPr lang="en-US" sz="6600" b="1" dirty="0">
              <a:solidFill>
                <a:schemeClr val="tx1"/>
              </a:solidFill>
              <a:effectLst/>
            </a:endParaRPr>
          </a:p>
        </p:txBody>
      </p:sp>
      <p:sp>
        <p:nvSpPr>
          <p:cNvPr id="6" name="Subtitle 5"/>
          <p:cNvSpPr>
            <a:spLocks noGrp="1"/>
          </p:cNvSpPr>
          <p:nvPr>
            <p:ph type="subTitle" idx="1"/>
          </p:nvPr>
        </p:nvSpPr>
        <p:spPr>
          <a:xfrm>
            <a:off x="-692728" y="3698081"/>
            <a:ext cx="13577455" cy="1752600"/>
          </a:xfrm>
        </p:spPr>
        <p:txBody>
          <a:bodyPr>
            <a:noAutofit/>
          </a:bodyPr>
          <a:lstStyle/>
          <a:p>
            <a:endParaRPr lang="en-US" sz="2600" dirty="0"/>
          </a:p>
          <a:p>
            <a:endParaRPr lang="en-US" sz="2600" dirty="0"/>
          </a:p>
        </p:txBody>
      </p:sp>
      <p:sp>
        <p:nvSpPr>
          <p:cNvPr id="7" name="Subtitle 5"/>
          <p:cNvSpPr txBox="1">
            <a:spLocks/>
          </p:cNvSpPr>
          <p:nvPr/>
        </p:nvSpPr>
        <p:spPr>
          <a:xfrm>
            <a:off x="1589" y="3886200"/>
            <a:ext cx="12188824" cy="2182091"/>
          </a:xfrm>
          <a:prstGeom prst="rect">
            <a:avLst/>
          </a:prstGeom>
        </p:spPr>
        <p:txBody>
          <a:bodyPr vert="horz" lIns="91440" tIns="45720" rIns="91440" bIns="45720" rtlCol="0">
            <a:normAutofit/>
          </a:bodyPr>
          <a:lstStyle>
            <a:lvl1pPr marL="0" indent="0" algn="ctr" defTabSz="457200" rtl="0" eaLnBrk="1" latinLnBrk="0" hangingPunct="1">
              <a:spcBef>
                <a:spcPct val="20000"/>
              </a:spcBef>
              <a:buFont typeface="Arial"/>
              <a:buNone/>
              <a:defRPr sz="3200" kern="1200">
                <a:solidFill>
                  <a:schemeClr val="tx1">
                    <a:tint val="75000"/>
                  </a:schemeClr>
                </a:solidFill>
                <a:latin typeface="+mn-lt"/>
                <a:ea typeface="+mn-ea"/>
                <a:cs typeface="+mn-cs"/>
              </a:defRPr>
            </a:lvl1pPr>
            <a:lvl2pPr marL="457200" indent="0" algn="ctr" defTabSz="457200" rtl="0" eaLnBrk="1" latinLnBrk="0" hangingPunct="1">
              <a:spcBef>
                <a:spcPct val="20000"/>
              </a:spcBef>
              <a:buFont typeface="Arial"/>
              <a:buNone/>
              <a:defRPr sz="2800" kern="1200">
                <a:solidFill>
                  <a:schemeClr val="tx1">
                    <a:tint val="75000"/>
                  </a:schemeClr>
                </a:solidFill>
                <a:latin typeface="+mn-lt"/>
                <a:ea typeface="+mn-ea"/>
                <a:cs typeface="+mn-cs"/>
              </a:defRPr>
            </a:lvl2pPr>
            <a:lvl3pPr marL="914400" indent="0" algn="ctr" defTabSz="457200" rtl="0" eaLnBrk="1" latinLnBrk="0" hangingPunct="1">
              <a:spcBef>
                <a:spcPct val="20000"/>
              </a:spcBef>
              <a:buFont typeface="Arial"/>
              <a:buNone/>
              <a:defRPr sz="2400" kern="1200">
                <a:solidFill>
                  <a:schemeClr val="tx1">
                    <a:tint val="75000"/>
                  </a:schemeClr>
                </a:solidFill>
                <a:latin typeface="+mn-lt"/>
                <a:ea typeface="+mn-ea"/>
                <a:cs typeface="+mn-cs"/>
              </a:defRPr>
            </a:lvl3pPr>
            <a:lvl4pPr marL="1371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4pPr>
            <a:lvl5pPr marL="18288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5pPr>
            <a:lvl6pPr marL="22860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6pPr>
            <a:lvl7pPr marL="27432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7pPr>
            <a:lvl8pPr marL="32004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8pPr>
            <a:lvl9pPr marL="3657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9pPr>
          </a:lstStyle>
          <a:p>
            <a:pPr fontAlgn="auto">
              <a:spcAft>
                <a:spcPts val="0"/>
              </a:spcAft>
            </a:pPr>
            <a:endParaRPr lang="en-US" sz="2400" b="0" dirty="0">
              <a:solidFill>
                <a:prstClr val="black"/>
              </a:solidFill>
              <a:latin typeface="Calibri"/>
            </a:endParaRPr>
          </a:p>
          <a:p>
            <a:pPr fontAlgn="auto">
              <a:spcAft>
                <a:spcPts val="0"/>
              </a:spcAft>
            </a:pPr>
            <a:r>
              <a:rPr lang="en-US" sz="2400" b="0" dirty="0">
                <a:solidFill>
                  <a:prstClr val="black"/>
                </a:solidFill>
                <a:latin typeface="Calibri"/>
              </a:rPr>
              <a:t> </a:t>
            </a:r>
          </a:p>
        </p:txBody>
      </p:sp>
      <p:sp>
        <p:nvSpPr>
          <p:cNvPr id="8" name="Title 4"/>
          <p:cNvSpPr txBox="1">
            <a:spLocks/>
          </p:cNvSpPr>
          <p:nvPr/>
        </p:nvSpPr>
        <p:spPr>
          <a:xfrm>
            <a:off x="289522" y="1247775"/>
            <a:ext cx="11902478" cy="2551867"/>
          </a:xfrm>
          <a:prstGeom prst="rect">
            <a:avLst/>
          </a:prstGeom>
          <a:effectLst/>
        </p:spPr>
        <p:txBody>
          <a:bodyPr/>
          <a:lstStyle>
            <a:lvl1pPr algn="ctr" defTabSz="457200" rtl="0" eaLnBrk="1" latinLnBrk="0" hangingPunct="1">
              <a:spcBef>
                <a:spcPct val="0"/>
              </a:spcBef>
              <a:buNone/>
              <a:defRPr sz="4400" b="0" kern="1200" cap="none" spc="0">
                <a:ln w="18415" cmpd="sng">
                  <a:solidFill>
                    <a:srgbClr val="FFFFFF"/>
                  </a:solidFill>
                  <a:prstDash val="solid"/>
                </a:ln>
                <a:solidFill>
                  <a:srgbClr val="FFFFFF"/>
                </a:solidFill>
                <a:effectLst>
                  <a:outerShdw blurRad="63500" dir="3600000" algn="tl" rotWithShape="0">
                    <a:srgbClr val="000000">
                      <a:alpha val="70000"/>
                    </a:srgbClr>
                  </a:outerShdw>
                </a:effectLst>
                <a:latin typeface="+mj-lt"/>
                <a:ea typeface="+mj-ea"/>
                <a:cs typeface="+mj-cs"/>
              </a:defRPr>
            </a:lvl1pPr>
          </a:lstStyle>
          <a:p>
            <a:r>
              <a:rPr lang="en-US" sz="5400" b="1" i="0" dirty="0">
                <a:solidFill>
                  <a:srgbClr val="1D2125"/>
                </a:solidFill>
                <a:effectLst/>
                <a:latin typeface="Assistant" pitchFamily="2" charset="-79"/>
                <a:cs typeface="Assistant" pitchFamily="2" charset="-79"/>
              </a:rPr>
              <a:t>Workshop in Computer Communications and Information Security</a:t>
            </a:r>
          </a:p>
        </p:txBody>
      </p:sp>
      <p:sp>
        <p:nvSpPr>
          <p:cNvPr id="9" name="TextBox 8"/>
          <p:cNvSpPr txBox="1"/>
          <p:nvPr/>
        </p:nvSpPr>
        <p:spPr>
          <a:xfrm>
            <a:off x="1565915" y="3572602"/>
            <a:ext cx="8691536" cy="1754326"/>
          </a:xfrm>
          <a:prstGeom prst="rect">
            <a:avLst/>
          </a:prstGeom>
          <a:noFill/>
        </p:spPr>
        <p:txBody>
          <a:bodyPr wrap="square" rtlCol="1">
            <a:spAutoFit/>
          </a:bodyPr>
          <a:lstStyle/>
          <a:p>
            <a:pPr algn="ctr" defTabSz="457200" eaLnBrk="1" fontAlgn="auto" hangingPunct="1">
              <a:spcBef>
                <a:spcPts val="0"/>
              </a:spcBef>
              <a:spcAft>
                <a:spcPts val="0"/>
              </a:spcAft>
            </a:pPr>
            <a:endParaRPr lang="en-US" sz="3600" b="0" dirty="0">
              <a:solidFill>
                <a:prstClr val="black"/>
              </a:solidFill>
              <a:latin typeface="Calibri"/>
            </a:endParaRPr>
          </a:p>
          <a:p>
            <a:pPr algn="ctr" defTabSz="457200" eaLnBrk="1" fontAlgn="auto" hangingPunct="1">
              <a:spcBef>
                <a:spcPts val="0"/>
              </a:spcBef>
              <a:spcAft>
                <a:spcPts val="0"/>
              </a:spcAft>
            </a:pPr>
            <a:r>
              <a:rPr lang="en-US" sz="3600" b="0" dirty="0">
                <a:solidFill>
                  <a:prstClr val="black"/>
                </a:solidFill>
                <a:latin typeface="Calibri"/>
              </a:rPr>
              <a:t>Prof. Anat Bremler-Barr</a:t>
            </a:r>
          </a:p>
          <a:p>
            <a:pPr algn="ctr" defTabSz="457200" eaLnBrk="1" fontAlgn="auto" hangingPunct="1">
              <a:spcBef>
                <a:spcPts val="0"/>
              </a:spcBef>
              <a:spcAft>
                <a:spcPts val="0"/>
              </a:spcAft>
            </a:pPr>
            <a:r>
              <a:rPr lang="en-US" sz="3600" b="0" dirty="0">
                <a:solidFill>
                  <a:prstClr val="black"/>
                </a:solidFill>
                <a:latin typeface="Calibri"/>
                <a:cs typeface="Arial" panose="020B0604020202020204" pitchFamily="34" charset="0"/>
              </a:rPr>
              <a:t>TA: Ron </a:t>
            </a:r>
            <a:r>
              <a:rPr lang="en-US" sz="3600" b="0" dirty="0" err="1">
                <a:solidFill>
                  <a:prstClr val="black"/>
                </a:solidFill>
                <a:latin typeface="Calibri"/>
                <a:cs typeface="Arial" panose="020B0604020202020204" pitchFamily="34" charset="0"/>
              </a:rPr>
              <a:t>Netzer</a:t>
            </a:r>
            <a:endParaRPr lang="he-IL" sz="3600" b="0" dirty="0">
              <a:solidFill>
                <a:prstClr val="black"/>
              </a:solidFill>
              <a:latin typeface="Calibri"/>
              <a:cs typeface="Arial" panose="020B0604020202020204" pitchFamily="34" charset="0"/>
            </a:endParaRPr>
          </a:p>
        </p:txBody>
      </p:sp>
    </p:spTree>
    <p:extLst>
      <p:ext uri="{BB962C8B-B14F-4D97-AF65-F5344CB8AC3E}">
        <p14:creationId xmlns:p14="http://schemas.microsoft.com/office/powerpoint/2010/main" val="2906962515"/>
      </p:ext>
    </p:extLst>
  </p:cSld>
  <p:clrMapOvr>
    <a:masterClrMapping/>
  </p:clrMapOvr>
  <mc:AlternateContent xmlns:mc="http://schemas.openxmlformats.org/markup-compatibility/2006" xmlns:p14="http://schemas.microsoft.com/office/powerpoint/2010/main">
    <mc:Choice Requires="p14">
      <p:transition spd="slow" p14:dur="2000" advTm="21178"/>
    </mc:Choice>
    <mc:Fallback xmlns="">
      <p:transition spd="slow" advTm="21178"/>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a:extLst>
              <a:ext uri="{FF2B5EF4-FFF2-40B4-BE49-F238E27FC236}">
                <a16:creationId xmlns:a16="http://schemas.microsoft.com/office/drawing/2014/main" id="{70A5475F-5BEF-1B6E-51E0-55D6619EC156}"/>
              </a:ext>
            </a:extLst>
          </p:cNvPr>
          <p:cNvSpPr>
            <a:spLocks noGrp="1" noChangeArrowheads="1"/>
          </p:cNvSpPr>
          <p:nvPr>
            <p:ph type="title"/>
          </p:nvPr>
        </p:nvSpPr>
        <p:spPr/>
        <p:txBody>
          <a:bodyPr/>
          <a:lstStyle/>
          <a:p>
            <a:pPr eaLnBrk="1" hangingPunct="1"/>
            <a:r>
              <a:rPr lang="en-US" altLang="he-IL" dirty="0"/>
              <a:t>Goals</a:t>
            </a:r>
          </a:p>
        </p:txBody>
      </p:sp>
      <p:sp>
        <p:nvSpPr>
          <p:cNvPr id="19459" name="Rectangle 3">
            <a:extLst>
              <a:ext uri="{FF2B5EF4-FFF2-40B4-BE49-F238E27FC236}">
                <a16:creationId xmlns:a16="http://schemas.microsoft.com/office/drawing/2014/main" id="{10200E4E-B7D1-0F58-A2AE-5CA942945446}"/>
              </a:ext>
            </a:extLst>
          </p:cNvPr>
          <p:cNvSpPr>
            <a:spLocks noGrp="1" noChangeArrowheads="1"/>
          </p:cNvSpPr>
          <p:nvPr>
            <p:ph type="body" idx="1"/>
          </p:nvPr>
        </p:nvSpPr>
        <p:spPr/>
        <p:txBody>
          <a:bodyPr>
            <a:normAutofit fontScale="77500" lnSpcReduction="20000"/>
          </a:bodyPr>
          <a:lstStyle/>
          <a:p>
            <a:pPr eaLnBrk="1" hangingPunct="1"/>
            <a:r>
              <a:rPr lang="en-US" altLang="he-IL" dirty="0"/>
              <a:t>Study research topic </a:t>
            </a:r>
          </a:p>
          <a:p>
            <a:pPr marL="857250" lvl="1" indent="-457200"/>
            <a:r>
              <a:rPr lang="en-US" altLang="he-IL" dirty="0"/>
              <a:t>In most case  we provide some relevant research papers or reading materials </a:t>
            </a:r>
          </a:p>
          <a:p>
            <a:pPr marL="857250" lvl="1" indent="-457200"/>
            <a:r>
              <a:rPr lang="en-US" altLang="he-IL" dirty="0"/>
              <a:t>Need to perform literature research (academic and industry)</a:t>
            </a:r>
          </a:p>
          <a:p>
            <a:pPr eaLnBrk="1" hangingPunct="1"/>
            <a:r>
              <a:rPr lang="en-US" altLang="he-IL" dirty="0"/>
              <a:t>Networking research: Academic ~ Industry challenges</a:t>
            </a:r>
          </a:p>
          <a:p>
            <a:pPr eaLnBrk="1" hangingPunct="1"/>
            <a:r>
              <a:rPr lang="en-US" altLang="he-IL" dirty="0"/>
              <a:t>Practice in preparing a project and delivering it </a:t>
            </a:r>
          </a:p>
          <a:p>
            <a:pPr eaLnBrk="1" hangingPunct="1"/>
            <a:r>
              <a:rPr lang="en-US" altLang="he-IL" dirty="0"/>
              <a:t>Working in groups  each group work as independent unit</a:t>
            </a:r>
          </a:p>
          <a:p>
            <a:pPr lvl="1"/>
            <a:r>
              <a:rPr lang="en-US" altLang="he-IL" dirty="0"/>
              <a:t>Self-learning of a subject </a:t>
            </a:r>
          </a:p>
          <a:p>
            <a:pPr lvl="1"/>
            <a:r>
              <a:rPr lang="en-US" altLang="he-IL" dirty="0"/>
              <a:t>Use also LLM but verified it!</a:t>
            </a:r>
          </a:p>
          <a:p>
            <a:pPr eaLnBrk="1" hangingPunct="1"/>
            <a:r>
              <a:rPr lang="en-US" altLang="he-IL" dirty="0"/>
              <a:t>Code  is a mean for </a:t>
            </a:r>
            <a:r>
              <a:rPr lang="en-US" altLang="he-IL" sz="3900" b="1" dirty="0"/>
              <a:t>insights</a:t>
            </a:r>
            <a:r>
              <a:rPr lang="en-US" altLang="he-IL" dirty="0"/>
              <a:t> or system solution </a:t>
            </a:r>
          </a:p>
          <a:p>
            <a:pPr lvl="1"/>
            <a:r>
              <a:rPr lang="en-US" altLang="he-IL" dirty="0"/>
              <a:t>Feel free to use AI and Vibe coding but verify it!</a:t>
            </a:r>
          </a:p>
          <a:p>
            <a:r>
              <a:rPr lang="en-US" altLang="he-IL" b="1" u="sng" dirty="0"/>
              <a:t>Results should be verified </a:t>
            </a:r>
            <a:r>
              <a:rPr lang="en-US" altLang="he-IL" dirty="0"/>
              <a:t>! Estimate accuracy!</a:t>
            </a:r>
          </a:p>
          <a:p>
            <a:r>
              <a:rPr lang="en-US" altLang="he-IL" dirty="0"/>
              <a:t>Delivery : ppt, code and results (experimental results)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06E22B-C8AD-7E3B-0033-B13D112DC3BE}"/>
              </a:ext>
            </a:extLst>
          </p:cNvPr>
          <p:cNvSpPr>
            <a:spLocks noGrp="1"/>
          </p:cNvSpPr>
          <p:nvPr>
            <p:ph type="title"/>
          </p:nvPr>
        </p:nvSpPr>
        <p:spPr/>
        <p:txBody>
          <a:bodyPr/>
          <a:lstStyle/>
          <a:p>
            <a:r>
              <a:rPr lang="en-US" dirty="0"/>
              <a:t>Process</a:t>
            </a:r>
            <a:endParaRPr lang="he-IL" dirty="0"/>
          </a:p>
        </p:txBody>
      </p:sp>
      <p:sp>
        <p:nvSpPr>
          <p:cNvPr id="3" name="Content Placeholder 2">
            <a:extLst>
              <a:ext uri="{FF2B5EF4-FFF2-40B4-BE49-F238E27FC236}">
                <a16:creationId xmlns:a16="http://schemas.microsoft.com/office/drawing/2014/main" id="{153BD9FA-4CC9-3C19-6E19-DC0528D0CCB8}"/>
              </a:ext>
            </a:extLst>
          </p:cNvPr>
          <p:cNvSpPr>
            <a:spLocks noGrp="1"/>
          </p:cNvSpPr>
          <p:nvPr>
            <p:ph idx="1"/>
          </p:nvPr>
        </p:nvSpPr>
        <p:spPr/>
        <p:txBody>
          <a:bodyPr/>
          <a:lstStyle/>
          <a:p>
            <a:pPr marL="0" indent="0">
              <a:buNone/>
            </a:pPr>
            <a:endParaRPr lang="en-US" sz="6000" dirty="0">
              <a:latin typeface="Tw Cen MT"/>
              <a:cs typeface="Tw Cen MT"/>
            </a:endParaRPr>
          </a:p>
          <a:p>
            <a:pPr marL="0" indent="0">
              <a:buNone/>
            </a:pPr>
            <a:r>
              <a:rPr lang="en-US" sz="9600" dirty="0">
                <a:latin typeface="Tw Cen MT"/>
                <a:cs typeface="Tw Cen MT"/>
              </a:rPr>
              <a:t>Why? </a:t>
            </a:r>
            <a:r>
              <a:rPr lang="en-US" sz="8000" dirty="0">
                <a:latin typeface="Tw Cen MT"/>
                <a:cs typeface="Tw Cen MT"/>
              </a:rPr>
              <a:t>What? </a:t>
            </a:r>
            <a:r>
              <a:rPr lang="en-US" sz="6600" dirty="0">
                <a:latin typeface="Tw Cen MT"/>
                <a:cs typeface="Tw Cen MT"/>
              </a:rPr>
              <a:t>How?</a:t>
            </a:r>
          </a:p>
          <a:p>
            <a:endParaRPr lang="he-IL" dirty="0"/>
          </a:p>
        </p:txBody>
      </p:sp>
      <p:sp>
        <p:nvSpPr>
          <p:cNvPr id="4" name="Slide Number Placeholder 3">
            <a:extLst>
              <a:ext uri="{FF2B5EF4-FFF2-40B4-BE49-F238E27FC236}">
                <a16:creationId xmlns:a16="http://schemas.microsoft.com/office/drawing/2014/main" id="{955BC369-C68E-CB3A-4A93-3EF58AAEE068}"/>
              </a:ext>
            </a:extLst>
          </p:cNvPr>
          <p:cNvSpPr>
            <a:spLocks noGrp="1"/>
          </p:cNvSpPr>
          <p:nvPr>
            <p:ph type="sldNum" sz="quarter" idx="12"/>
          </p:nvPr>
        </p:nvSpPr>
        <p:spPr/>
        <p:txBody>
          <a:bodyPr/>
          <a:lstStyle/>
          <a:p>
            <a:fld id="{878E36C7-644E-854E-B6EB-ACE77BE98D44}" type="slidenum">
              <a:rPr lang="en-US" smtClean="0"/>
              <a:pPr/>
              <a:t>3</a:t>
            </a:fld>
            <a:endParaRPr lang="en-US"/>
          </a:p>
        </p:txBody>
      </p:sp>
    </p:spTree>
    <p:extLst>
      <p:ext uri="{BB962C8B-B14F-4D97-AF65-F5344CB8AC3E}">
        <p14:creationId xmlns:p14="http://schemas.microsoft.com/office/powerpoint/2010/main" val="3858674180"/>
      </p:ext>
    </p:extLst>
  </p:cSld>
  <p:clrMapOvr>
    <a:masterClrMapping/>
  </p:clrMapOvr>
  <mc:AlternateContent xmlns:mc="http://schemas.openxmlformats.org/markup-compatibility/2006" xmlns:p14="http://schemas.microsoft.com/office/powerpoint/2010/main">
    <mc:Choice Requires="p14">
      <p:transition spd="slow" p14:dur="2000" advTm="73543"/>
    </mc:Choice>
    <mc:Fallback xmlns="">
      <p:transition spd="slow" advTm="73543"/>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4C0F64-F3C1-7118-37BD-B53771D6DC34}"/>
              </a:ext>
            </a:extLst>
          </p:cNvPr>
          <p:cNvSpPr>
            <a:spLocks noGrp="1"/>
          </p:cNvSpPr>
          <p:nvPr>
            <p:ph type="title"/>
          </p:nvPr>
        </p:nvSpPr>
        <p:spPr/>
        <p:txBody>
          <a:bodyPr/>
          <a:lstStyle/>
          <a:p>
            <a:r>
              <a:rPr lang="en-US" dirty="0"/>
              <a:t>Schedule</a:t>
            </a:r>
            <a:endParaRPr lang="he-IL" dirty="0"/>
          </a:p>
        </p:txBody>
      </p:sp>
      <p:sp>
        <p:nvSpPr>
          <p:cNvPr id="3" name="Content Placeholder 2">
            <a:extLst>
              <a:ext uri="{FF2B5EF4-FFF2-40B4-BE49-F238E27FC236}">
                <a16:creationId xmlns:a16="http://schemas.microsoft.com/office/drawing/2014/main" id="{AEB663E9-87D8-8C66-F3DC-B80437D17986}"/>
              </a:ext>
            </a:extLst>
          </p:cNvPr>
          <p:cNvSpPr>
            <a:spLocks noGrp="1"/>
          </p:cNvSpPr>
          <p:nvPr>
            <p:ph idx="1"/>
          </p:nvPr>
        </p:nvSpPr>
        <p:spPr/>
        <p:txBody>
          <a:bodyPr>
            <a:normAutofit fontScale="85000" lnSpcReduction="10000"/>
          </a:bodyPr>
          <a:lstStyle/>
          <a:p>
            <a:r>
              <a:rPr lang="en-US" i="0" u="none" strike="noStrike" dirty="0">
                <a:solidFill>
                  <a:srgbClr val="FF0000"/>
                </a:solidFill>
                <a:effectLst/>
                <a:latin typeface="Calibri" panose="020F0502020204030204" pitchFamily="34" charset="0"/>
                <a:ea typeface="Calibri" panose="020F0502020204030204" pitchFamily="34" charset="0"/>
                <a:cs typeface="Calibri" panose="020F0502020204030204" pitchFamily="34" charset="0"/>
              </a:rPr>
              <a:t>We </a:t>
            </a:r>
            <a:r>
              <a:rPr lang="en-US" dirty="0">
                <a:solidFill>
                  <a:srgbClr val="FF0000"/>
                </a:solidFill>
                <a:latin typeface="Calibri" panose="020F0502020204030204" pitchFamily="34" charset="0"/>
                <a:ea typeface="Calibri" panose="020F0502020204030204" pitchFamily="34" charset="0"/>
                <a:cs typeface="Calibri" panose="020F0502020204030204" pitchFamily="34" charset="0"/>
              </a:rPr>
              <a:t>have </a:t>
            </a:r>
            <a:r>
              <a:rPr lang="en-US" i="0" u="none" strike="noStrike" dirty="0">
                <a:solidFill>
                  <a:srgbClr val="FF0000"/>
                </a:solidFill>
                <a:effectLst/>
                <a:latin typeface="Calibri" panose="020F0502020204030204" pitchFamily="34" charset="0"/>
                <a:ea typeface="Calibri" panose="020F0502020204030204" pitchFamily="34" charset="0"/>
                <a:cs typeface="Calibri" panose="020F0502020204030204" pitchFamily="34" charset="0"/>
              </a:rPr>
              <a:t>only one class meeting. Other class times are canceled. Instead </a:t>
            </a:r>
          </a:p>
          <a:p>
            <a:pPr lvl="1"/>
            <a:r>
              <a:rPr lang="en-US" i="0" u="none" strike="noStrike" dirty="0">
                <a:solidFill>
                  <a:srgbClr val="FF0000"/>
                </a:solidFill>
                <a:effectLst/>
                <a:latin typeface="Calibri" panose="020F0502020204030204" pitchFamily="34" charset="0"/>
                <a:ea typeface="Calibri" panose="020F0502020204030204" pitchFamily="34" charset="0"/>
                <a:cs typeface="Calibri" panose="020F0502020204030204" pitchFamily="34" charset="0"/>
              </a:rPr>
              <a:t> zoom meetings with mentor  (2-3 meetings).</a:t>
            </a:r>
          </a:p>
          <a:p>
            <a:r>
              <a:rPr lang="en-US" dirty="0">
                <a:latin typeface="Calibri" panose="020F0502020204030204" pitchFamily="34" charset="0"/>
                <a:ea typeface="Calibri" panose="020F0502020204030204" pitchFamily="34" charset="0"/>
                <a:cs typeface="Calibri" panose="020F0502020204030204" pitchFamily="34" charset="0"/>
              </a:rPr>
              <a:t>Reception time at Zoom: </a:t>
            </a:r>
          </a:p>
          <a:p>
            <a:pPr lvl="1"/>
            <a:r>
              <a:rPr lang="en-US" dirty="0">
                <a:latin typeface="Calibri" panose="020F0502020204030204" pitchFamily="34" charset="0"/>
                <a:ea typeface="Calibri" panose="020F0502020204030204" pitchFamily="34" charset="0"/>
                <a:cs typeface="Calibri" panose="020F0502020204030204" pitchFamily="34" charset="0"/>
              </a:rPr>
              <a:t>Anat: Thursday 17:00 (email to schedule)</a:t>
            </a:r>
          </a:p>
          <a:p>
            <a:r>
              <a:rPr lang="en-US" dirty="0">
                <a:latin typeface="Calibri" panose="020F0502020204030204" pitchFamily="34" charset="0"/>
                <a:ea typeface="Calibri" panose="020F0502020204030204" pitchFamily="34" charset="0"/>
                <a:cs typeface="Calibri" panose="020F0502020204030204" pitchFamily="34" charset="0"/>
              </a:rPr>
              <a:t>Project selection: 							    20.4.26</a:t>
            </a:r>
          </a:p>
          <a:p>
            <a:r>
              <a:rPr lang="en-US" dirty="0">
                <a:latin typeface="Calibri" panose="020F0502020204030204" pitchFamily="34" charset="0"/>
                <a:ea typeface="Calibri" panose="020F0502020204030204" pitchFamily="34" charset="0"/>
                <a:cs typeface="Calibri" panose="020F0502020204030204" pitchFamily="34" charset="0"/>
              </a:rPr>
              <a:t>Project  </a:t>
            </a:r>
          </a:p>
          <a:p>
            <a:pPr lvl="2"/>
            <a:r>
              <a:rPr lang="en-US" dirty="0">
                <a:latin typeface="Calibri" panose="020F0502020204030204" pitchFamily="34" charset="0"/>
                <a:ea typeface="Calibri" panose="020F0502020204030204" pitchFamily="34" charset="0"/>
                <a:cs typeface="Calibri" panose="020F0502020204030204" pitchFamily="34" charset="0"/>
              </a:rPr>
              <a:t>Mid-semester presentation -  project plan 		  3.6.26 </a:t>
            </a:r>
          </a:p>
          <a:p>
            <a:pPr lvl="3"/>
            <a:r>
              <a:rPr lang="en-US" dirty="0">
                <a:latin typeface="Calibri" panose="020F0502020204030204" pitchFamily="34" charset="0"/>
                <a:ea typeface="Calibri" panose="020F0502020204030204" pitchFamily="34" charset="0"/>
                <a:cs typeface="Calibri" panose="020F0502020204030204" pitchFamily="34" charset="0"/>
              </a:rPr>
              <a:t>At least one zoom meeting with the mentor before this submission </a:t>
            </a:r>
          </a:p>
          <a:p>
            <a:pPr lvl="3"/>
            <a:r>
              <a:rPr lang="en-US" dirty="0">
                <a:latin typeface="Calibri" panose="020F0502020204030204" pitchFamily="34" charset="0"/>
                <a:ea typeface="Calibri" panose="020F0502020204030204" pitchFamily="34" charset="0"/>
                <a:cs typeface="Calibri" panose="020F0502020204030204" pitchFamily="34" charset="0"/>
              </a:rPr>
              <a:t>Presentation and a short design document and </a:t>
            </a:r>
            <a:r>
              <a:rPr lang="en-US" dirty="0">
                <a:solidFill>
                  <a:srgbClr val="FF0000"/>
                </a:solidFill>
                <a:latin typeface="Calibri" panose="020F0502020204030204" pitchFamily="34" charset="0"/>
                <a:ea typeface="Calibri" panose="020F0502020204030204" pitchFamily="34" charset="0"/>
                <a:cs typeface="Calibri" panose="020F0502020204030204" pitchFamily="34" charset="0"/>
              </a:rPr>
              <a:t>literature research</a:t>
            </a:r>
          </a:p>
          <a:p>
            <a:pPr lvl="2"/>
            <a:r>
              <a:rPr lang="en-US" dirty="0">
                <a:latin typeface="Calibri" panose="020F0502020204030204" pitchFamily="34" charset="0"/>
                <a:ea typeface="Calibri" panose="020F0502020204030204" pitchFamily="34" charset="0"/>
                <a:cs typeface="Calibri" panose="020F0502020204030204" pitchFamily="34" charset="0"/>
              </a:rPr>
              <a:t>Final submission								        2.9.26</a:t>
            </a:r>
          </a:p>
          <a:p>
            <a:pPr lvl="3"/>
            <a:r>
              <a:rPr lang="en-US" dirty="0">
                <a:latin typeface="Calibri" panose="020F0502020204030204" pitchFamily="34" charset="0"/>
                <a:ea typeface="Calibri" panose="020F0502020204030204" pitchFamily="34" charset="0"/>
                <a:cs typeface="Calibri" panose="020F0502020204030204" pitchFamily="34" charset="0"/>
              </a:rPr>
              <a:t>Presentation and code (</a:t>
            </a:r>
            <a:r>
              <a:rPr lang="en-US" dirty="0" err="1">
                <a:latin typeface="Calibri" panose="020F0502020204030204" pitchFamily="34" charset="0"/>
                <a:ea typeface="Calibri" panose="020F0502020204030204" pitchFamily="34" charset="0"/>
                <a:cs typeface="Calibri" panose="020F0502020204030204" pitchFamily="34" charset="0"/>
              </a:rPr>
              <a:t>github</a:t>
            </a:r>
            <a:r>
              <a:rPr lang="en-US" dirty="0">
                <a:latin typeface="Calibri" panose="020F0502020204030204" pitchFamily="34" charset="0"/>
                <a:ea typeface="Calibri" panose="020F0502020204030204" pitchFamily="34" charset="0"/>
                <a:cs typeface="Calibri" panose="020F0502020204030204" pitchFamily="34" charset="0"/>
              </a:rPr>
              <a:t>)</a:t>
            </a:r>
          </a:p>
          <a:p>
            <a:pPr marL="0" indent="0">
              <a:buNone/>
            </a:pPr>
            <a:endParaRPr lang="en-US" dirty="0"/>
          </a:p>
          <a:p>
            <a:endParaRPr lang="he-IL" dirty="0"/>
          </a:p>
        </p:txBody>
      </p:sp>
      <p:sp>
        <p:nvSpPr>
          <p:cNvPr id="4" name="Slide Number Placeholder 3">
            <a:extLst>
              <a:ext uri="{FF2B5EF4-FFF2-40B4-BE49-F238E27FC236}">
                <a16:creationId xmlns:a16="http://schemas.microsoft.com/office/drawing/2014/main" id="{91C9CB90-3F99-F3EC-BD79-946D00B67449}"/>
              </a:ext>
            </a:extLst>
          </p:cNvPr>
          <p:cNvSpPr>
            <a:spLocks noGrp="1"/>
          </p:cNvSpPr>
          <p:nvPr>
            <p:ph type="sldNum" sz="quarter" idx="12"/>
          </p:nvPr>
        </p:nvSpPr>
        <p:spPr/>
        <p:txBody>
          <a:bodyPr/>
          <a:lstStyle/>
          <a:p>
            <a:fld id="{878E36C7-644E-854E-B6EB-ACE77BE98D44}" type="slidenum">
              <a:rPr lang="en-US" smtClean="0"/>
              <a:pPr/>
              <a:t>4</a:t>
            </a:fld>
            <a:endParaRPr lang="en-US"/>
          </a:p>
        </p:txBody>
      </p:sp>
    </p:spTree>
    <p:extLst>
      <p:ext uri="{BB962C8B-B14F-4D97-AF65-F5344CB8AC3E}">
        <p14:creationId xmlns:p14="http://schemas.microsoft.com/office/powerpoint/2010/main" val="33597613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811531-4BC8-B0C8-32FC-44D2945655F3}"/>
              </a:ext>
            </a:extLst>
          </p:cNvPr>
          <p:cNvSpPr>
            <a:spLocks noGrp="1"/>
          </p:cNvSpPr>
          <p:nvPr>
            <p:ph type="title"/>
          </p:nvPr>
        </p:nvSpPr>
        <p:spPr/>
        <p:txBody>
          <a:bodyPr/>
          <a:lstStyle/>
          <a:p>
            <a:r>
              <a:rPr lang="en-US" dirty="0"/>
              <a:t>Projects</a:t>
            </a:r>
            <a:endParaRPr lang="he-IL" dirty="0"/>
          </a:p>
        </p:txBody>
      </p:sp>
      <p:sp>
        <p:nvSpPr>
          <p:cNvPr id="3" name="Content Placeholder 2">
            <a:extLst>
              <a:ext uri="{FF2B5EF4-FFF2-40B4-BE49-F238E27FC236}">
                <a16:creationId xmlns:a16="http://schemas.microsoft.com/office/drawing/2014/main" id="{3F7D2537-9535-C8A6-6DBB-2A209AEB94CF}"/>
              </a:ext>
            </a:extLst>
          </p:cNvPr>
          <p:cNvSpPr>
            <a:spLocks noGrp="1"/>
          </p:cNvSpPr>
          <p:nvPr>
            <p:ph idx="1"/>
          </p:nvPr>
        </p:nvSpPr>
        <p:spPr/>
        <p:txBody>
          <a:bodyPr/>
          <a:lstStyle/>
          <a:p>
            <a:r>
              <a:rPr lang="en-US" dirty="0"/>
              <a:t>Group: 2 students  </a:t>
            </a:r>
          </a:p>
          <a:p>
            <a:r>
              <a:rPr lang="en-US" dirty="0"/>
              <a:t>Use </a:t>
            </a:r>
            <a:r>
              <a:rPr lang="en-US" dirty="0" err="1"/>
              <a:t>Github</a:t>
            </a:r>
            <a:r>
              <a:rPr lang="en-US" dirty="0"/>
              <a:t> </a:t>
            </a:r>
          </a:p>
          <a:p>
            <a:r>
              <a:rPr lang="en-US" dirty="0"/>
              <a:t>Each student is graded </a:t>
            </a:r>
            <a:r>
              <a:rPr lang="en-US" dirty="0">
                <a:solidFill>
                  <a:srgbClr val="FF0000"/>
                </a:solidFill>
              </a:rPr>
              <a:t>independently</a:t>
            </a:r>
            <a:r>
              <a:rPr lang="en-US" dirty="0"/>
              <a:t>  </a:t>
            </a:r>
          </a:p>
          <a:p>
            <a:r>
              <a:rPr lang="en-US" dirty="0"/>
              <a:t>Project per one group (FCFS)</a:t>
            </a:r>
          </a:p>
          <a:p>
            <a:endParaRPr lang="en-US" dirty="0"/>
          </a:p>
          <a:p>
            <a:endParaRPr lang="en-US" dirty="0"/>
          </a:p>
          <a:p>
            <a:endParaRPr lang="he-IL" dirty="0"/>
          </a:p>
        </p:txBody>
      </p:sp>
      <p:sp>
        <p:nvSpPr>
          <p:cNvPr id="4" name="Slide Number Placeholder 3">
            <a:extLst>
              <a:ext uri="{FF2B5EF4-FFF2-40B4-BE49-F238E27FC236}">
                <a16:creationId xmlns:a16="http://schemas.microsoft.com/office/drawing/2014/main" id="{B005100E-80D0-6DB8-9DCE-2D922A9E8787}"/>
              </a:ext>
            </a:extLst>
          </p:cNvPr>
          <p:cNvSpPr>
            <a:spLocks noGrp="1"/>
          </p:cNvSpPr>
          <p:nvPr>
            <p:ph type="sldNum" sz="quarter" idx="12"/>
          </p:nvPr>
        </p:nvSpPr>
        <p:spPr/>
        <p:txBody>
          <a:bodyPr/>
          <a:lstStyle/>
          <a:p>
            <a:fld id="{878E36C7-644E-854E-B6EB-ACE77BE98D44}" type="slidenum">
              <a:rPr lang="en-US" smtClean="0"/>
              <a:pPr/>
              <a:t>5</a:t>
            </a:fld>
            <a:endParaRPr lang="en-US"/>
          </a:p>
        </p:txBody>
      </p:sp>
    </p:spTree>
    <p:extLst>
      <p:ext uri="{BB962C8B-B14F-4D97-AF65-F5344CB8AC3E}">
        <p14:creationId xmlns:p14="http://schemas.microsoft.com/office/powerpoint/2010/main" val="31171883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p:cNvSpPr>
            <a:spLocks noGrp="1"/>
          </p:cNvSpPr>
          <p:nvPr>
            <p:ph type="title"/>
          </p:nvPr>
        </p:nvSpPr>
        <p:spPr>
          <a:xfrm>
            <a:off x="712718" y="117331"/>
            <a:ext cx="10164233" cy="838200"/>
          </a:xfrm>
        </p:spPr>
        <p:txBody>
          <a:bodyPr/>
          <a:lstStyle/>
          <a:p>
            <a:r>
              <a:rPr lang="en-US" dirty="0"/>
              <a:t>Prof. Bremler-Barr: Current Topics &amp; Techniques</a:t>
            </a:r>
            <a:endParaRPr lang="he-IL" dirty="0"/>
          </a:p>
        </p:txBody>
      </p:sp>
      <p:sp>
        <p:nvSpPr>
          <p:cNvPr id="7" name="Content Placeholder 6">
            <a:extLst>
              <a:ext uri="{FF2B5EF4-FFF2-40B4-BE49-F238E27FC236}">
                <a16:creationId xmlns:a16="http://schemas.microsoft.com/office/drawing/2014/main" id="{B28A579F-3FDE-C0E8-7A63-5274F35DB8A7}"/>
              </a:ext>
            </a:extLst>
          </p:cNvPr>
          <p:cNvSpPr>
            <a:spLocks noGrp="1"/>
          </p:cNvSpPr>
          <p:nvPr>
            <p:ph sz="half" idx="2"/>
          </p:nvPr>
        </p:nvSpPr>
        <p:spPr>
          <a:xfrm>
            <a:off x="6247102" y="1914157"/>
            <a:ext cx="5384800" cy="4525963"/>
          </a:xfrm>
        </p:spPr>
        <p:txBody>
          <a:bodyPr/>
          <a:lstStyle/>
          <a:p>
            <a:pPr marL="0" indent="0">
              <a:buNone/>
            </a:pPr>
            <a:r>
              <a:rPr lang="en-US" dirty="0"/>
              <a:t>Techniques:</a:t>
            </a:r>
          </a:p>
          <a:p>
            <a:r>
              <a:rPr lang="en-US" dirty="0"/>
              <a:t>Performance Analysis</a:t>
            </a:r>
          </a:p>
          <a:p>
            <a:r>
              <a:rPr lang="en-US" dirty="0"/>
              <a:t>Distributed Algorithms</a:t>
            </a:r>
          </a:p>
          <a:p>
            <a:r>
              <a:rPr lang="en-US" dirty="0"/>
              <a:t>System</a:t>
            </a:r>
          </a:p>
          <a:p>
            <a:r>
              <a:rPr lang="en-US" dirty="0"/>
              <a:t>AI\ML and NLP</a:t>
            </a:r>
          </a:p>
          <a:p>
            <a:r>
              <a:rPr lang="en-US" dirty="0"/>
              <a:t>Network Algorithmics</a:t>
            </a:r>
          </a:p>
          <a:p>
            <a:pPr marL="1084263" lvl="1" indent="-457200">
              <a:buFont typeface="Arial" panose="020B0604020202020204" pitchFamily="34" charset="0"/>
              <a:buChar char="•"/>
            </a:pPr>
            <a:r>
              <a:rPr lang="en-US" dirty="0"/>
              <a:t>Streaming algorithms</a:t>
            </a:r>
          </a:p>
          <a:p>
            <a:pPr marL="0" indent="0">
              <a:buNone/>
            </a:pPr>
            <a:endParaRPr lang="en-US" dirty="0"/>
          </a:p>
          <a:p>
            <a:pPr marL="0" indent="0">
              <a:buNone/>
            </a:pPr>
            <a:endParaRPr lang="he-IL" dirty="0"/>
          </a:p>
        </p:txBody>
      </p:sp>
      <p:graphicFrame>
        <p:nvGraphicFramePr>
          <p:cNvPr id="6" name="Diagram 5">
            <a:extLst>
              <a:ext uri="{FF2B5EF4-FFF2-40B4-BE49-F238E27FC236}">
                <a16:creationId xmlns:a16="http://schemas.microsoft.com/office/drawing/2014/main" id="{92A2E1F7-49F5-6CFA-7E19-6B039F95900E}"/>
              </a:ext>
            </a:extLst>
          </p:cNvPr>
          <p:cNvGraphicFramePr/>
          <p:nvPr>
            <p:extLst>
              <p:ext uri="{D42A27DB-BD31-4B8C-83A1-F6EECF244321}">
                <p14:modId xmlns:p14="http://schemas.microsoft.com/office/powerpoint/2010/main" val="945885895"/>
              </p:ext>
            </p:extLst>
          </p:nvPr>
        </p:nvGraphicFramePr>
        <p:xfrm>
          <a:off x="474373" y="1239206"/>
          <a:ext cx="5078702" cy="5418667"/>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custDataLst>
      <p:tags r:id="rId1"/>
    </p:custDataLst>
    <p:extLst>
      <p:ext uri="{BB962C8B-B14F-4D97-AF65-F5344CB8AC3E}">
        <p14:creationId xmlns:p14="http://schemas.microsoft.com/office/powerpoint/2010/main" val="3861155114"/>
      </p:ext>
    </p:extLst>
  </p:cSld>
  <p:clrMapOvr>
    <a:masterClrMapping/>
  </p:clrMapOvr>
  <mc:AlternateContent xmlns:mc="http://schemas.openxmlformats.org/markup-compatibility/2006" xmlns:p14="http://schemas.microsoft.com/office/powerpoint/2010/main">
    <mc:Choice Requires="p14">
      <p:transition spd="slow" p14:dur="2000" advTm="110128"/>
    </mc:Choice>
    <mc:Fallback xmlns="">
      <p:transition spd="slow" advTm="110128"/>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5CFE0B7E-8739-40ED-9B51-DFB086DBDCED}"/>
              </a:ext>
            </a:extLst>
          </p:cNvPr>
          <p:cNvPicPr>
            <a:picLocks noChangeAspect="1"/>
          </p:cNvPicPr>
          <p:nvPr/>
        </p:nvPicPr>
        <p:blipFill>
          <a:blip r:embed="rId2"/>
          <a:stretch>
            <a:fillRect/>
          </a:stretch>
        </p:blipFill>
        <p:spPr>
          <a:xfrm>
            <a:off x="4188105" y="123403"/>
            <a:ext cx="7732180" cy="6858000"/>
          </a:xfrm>
          <a:prstGeom prst="rect">
            <a:avLst/>
          </a:prstGeom>
        </p:spPr>
      </p:pic>
      <p:pic>
        <p:nvPicPr>
          <p:cNvPr id="12" name="Picture 11">
            <a:extLst>
              <a:ext uri="{FF2B5EF4-FFF2-40B4-BE49-F238E27FC236}">
                <a16:creationId xmlns:a16="http://schemas.microsoft.com/office/drawing/2014/main" id="{4CC61BB2-75E8-4C12-9FE9-B1C57C4C32A6}"/>
              </a:ext>
            </a:extLst>
          </p:cNvPr>
          <p:cNvPicPr>
            <a:picLocks noChangeAspect="1"/>
          </p:cNvPicPr>
          <p:nvPr/>
        </p:nvPicPr>
        <p:blipFill>
          <a:blip r:embed="rId3"/>
          <a:stretch>
            <a:fillRect/>
          </a:stretch>
        </p:blipFill>
        <p:spPr>
          <a:xfrm>
            <a:off x="77797" y="1299426"/>
            <a:ext cx="3772426" cy="4505954"/>
          </a:xfrm>
          <a:prstGeom prst="rect">
            <a:avLst/>
          </a:prstGeom>
        </p:spPr>
      </p:pic>
      <p:sp>
        <p:nvSpPr>
          <p:cNvPr id="2" name="Title 1">
            <a:extLst>
              <a:ext uri="{FF2B5EF4-FFF2-40B4-BE49-F238E27FC236}">
                <a16:creationId xmlns:a16="http://schemas.microsoft.com/office/drawing/2014/main" id="{68A30A04-35CE-DB66-267F-21C74BB82A55}"/>
              </a:ext>
            </a:extLst>
          </p:cNvPr>
          <p:cNvSpPr>
            <a:spLocks noGrp="1"/>
          </p:cNvSpPr>
          <p:nvPr>
            <p:ph type="title"/>
          </p:nvPr>
        </p:nvSpPr>
        <p:spPr/>
        <p:txBody>
          <a:bodyPr/>
          <a:lstStyle/>
          <a:p>
            <a:endParaRPr lang="he-IL"/>
          </a:p>
        </p:txBody>
      </p:sp>
      <p:sp>
        <p:nvSpPr>
          <p:cNvPr id="3" name="Content Placeholder 2">
            <a:extLst>
              <a:ext uri="{FF2B5EF4-FFF2-40B4-BE49-F238E27FC236}">
                <a16:creationId xmlns:a16="http://schemas.microsoft.com/office/drawing/2014/main" id="{151910CA-C6F5-25A0-D676-203E616AEF54}"/>
              </a:ext>
            </a:extLst>
          </p:cNvPr>
          <p:cNvSpPr>
            <a:spLocks noGrp="1"/>
          </p:cNvSpPr>
          <p:nvPr>
            <p:ph idx="1"/>
          </p:nvPr>
        </p:nvSpPr>
        <p:spPr/>
        <p:txBody>
          <a:bodyPr/>
          <a:lstStyle/>
          <a:p>
            <a:endParaRPr lang="he-IL"/>
          </a:p>
        </p:txBody>
      </p:sp>
      <p:sp>
        <p:nvSpPr>
          <p:cNvPr id="4" name="Slide Number Placeholder 3">
            <a:extLst>
              <a:ext uri="{FF2B5EF4-FFF2-40B4-BE49-F238E27FC236}">
                <a16:creationId xmlns:a16="http://schemas.microsoft.com/office/drawing/2014/main" id="{E6CBE3AF-3A5F-AF73-1372-C2EA505DED1F}"/>
              </a:ext>
            </a:extLst>
          </p:cNvPr>
          <p:cNvSpPr>
            <a:spLocks noGrp="1"/>
          </p:cNvSpPr>
          <p:nvPr>
            <p:ph type="sldNum" sz="quarter" idx="12"/>
          </p:nvPr>
        </p:nvSpPr>
        <p:spPr/>
        <p:txBody>
          <a:bodyPr/>
          <a:lstStyle/>
          <a:p>
            <a:fld id="{878E36C7-644E-854E-B6EB-ACE77BE98D44}" type="slidenum">
              <a:rPr lang="en-US" smtClean="0"/>
              <a:pPr/>
              <a:t>7</a:t>
            </a:fld>
            <a:endParaRPr lang="en-US"/>
          </a:p>
        </p:txBody>
      </p:sp>
      <p:pic>
        <p:nvPicPr>
          <p:cNvPr id="10" name="Picture 9">
            <a:extLst>
              <a:ext uri="{FF2B5EF4-FFF2-40B4-BE49-F238E27FC236}">
                <a16:creationId xmlns:a16="http://schemas.microsoft.com/office/drawing/2014/main" id="{AE661321-2DE6-B304-C8B3-0E6D431F9940}"/>
              </a:ext>
            </a:extLst>
          </p:cNvPr>
          <p:cNvPicPr>
            <a:picLocks noChangeAspect="1"/>
          </p:cNvPicPr>
          <p:nvPr/>
        </p:nvPicPr>
        <p:blipFill>
          <a:blip r:embed="rId4"/>
          <a:stretch>
            <a:fillRect/>
          </a:stretch>
        </p:blipFill>
        <p:spPr>
          <a:xfrm>
            <a:off x="8041720" y="4348421"/>
            <a:ext cx="3889585" cy="920576"/>
          </a:xfrm>
          <a:prstGeom prst="rect">
            <a:avLst/>
          </a:prstGeom>
        </p:spPr>
      </p:pic>
      <p:pic>
        <p:nvPicPr>
          <p:cNvPr id="11" name="Picture 10">
            <a:extLst>
              <a:ext uri="{FF2B5EF4-FFF2-40B4-BE49-F238E27FC236}">
                <a16:creationId xmlns:a16="http://schemas.microsoft.com/office/drawing/2014/main" id="{14AB9249-4D4F-3298-4A70-0E4446728224}"/>
              </a:ext>
            </a:extLst>
          </p:cNvPr>
          <p:cNvPicPr>
            <a:picLocks noChangeAspect="1"/>
          </p:cNvPicPr>
          <p:nvPr/>
        </p:nvPicPr>
        <p:blipFill>
          <a:blip r:embed="rId5"/>
          <a:stretch>
            <a:fillRect/>
          </a:stretch>
        </p:blipFill>
        <p:spPr>
          <a:xfrm>
            <a:off x="9440468" y="5203276"/>
            <a:ext cx="1583950" cy="1583950"/>
          </a:xfrm>
          <a:prstGeom prst="rect">
            <a:avLst/>
          </a:prstGeom>
        </p:spPr>
      </p:pic>
    </p:spTree>
    <p:extLst>
      <p:ext uri="{BB962C8B-B14F-4D97-AF65-F5344CB8AC3E}">
        <p14:creationId xmlns:p14="http://schemas.microsoft.com/office/powerpoint/2010/main" val="33187382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0C5AF8-72BD-DA4A-C899-05D592DBA7BC}"/>
              </a:ext>
            </a:extLst>
          </p:cNvPr>
          <p:cNvSpPr>
            <a:spLocks noGrp="1"/>
          </p:cNvSpPr>
          <p:nvPr>
            <p:ph type="title"/>
          </p:nvPr>
        </p:nvSpPr>
        <p:spPr/>
        <p:txBody>
          <a:bodyPr/>
          <a:lstStyle/>
          <a:p>
            <a:r>
              <a:rPr lang="en-US" dirty="0"/>
              <a:t>Projects</a:t>
            </a:r>
            <a:endParaRPr lang="he-IL" dirty="0"/>
          </a:p>
        </p:txBody>
      </p:sp>
      <p:sp>
        <p:nvSpPr>
          <p:cNvPr id="3" name="Content Placeholder 2">
            <a:extLst>
              <a:ext uri="{FF2B5EF4-FFF2-40B4-BE49-F238E27FC236}">
                <a16:creationId xmlns:a16="http://schemas.microsoft.com/office/drawing/2014/main" id="{8FB1F712-3804-CC73-47D0-BF486B192432}"/>
              </a:ext>
            </a:extLst>
          </p:cNvPr>
          <p:cNvSpPr>
            <a:spLocks noGrp="1"/>
          </p:cNvSpPr>
          <p:nvPr>
            <p:ph idx="1"/>
          </p:nvPr>
        </p:nvSpPr>
        <p:spPr/>
        <p:txBody>
          <a:bodyPr>
            <a:normAutofit fontScale="85000" lnSpcReduction="20000"/>
          </a:bodyPr>
          <a:lstStyle/>
          <a:p>
            <a:r>
              <a:rPr lang="en-US" dirty="0"/>
              <a:t>Cloud</a:t>
            </a:r>
          </a:p>
          <a:p>
            <a:r>
              <a:rPr lang="en-US" dirty="0"/>
              <a:t>ML </a:t>
            </a:r>
          </a:p>
          <a:p>
            <a:r>
              <a:rPr lang="en-US" dirty="0"/>
              <a:t>MCP authorization</a:t>
            </a:r>
          </a:p>
          <a:p>
            <a:r>
              <a:rPr lang="en-US" dirty="0"/>
              <a:t>CVE research</a:t>
            </a:r>
          </a:p>
          <a:p>
            <a:r>
              <a:rPr lang="en-US" dirty="0"/>
              <a:t>DNS security</a:t>
            </a:r>
          </a:p>
          <a:p>
            <a:r>
              <a:rPr lang="en-US" dirty="0"/>
              <a:t>Energy security </a:t>
            </a:r>
          </a:p>
          <a:p>
            <a:endParaRPr lang="en-US" dirty="0"/>
          </a:p>
          <a:p>
            <a:endParaRPr lang="en-US" dirty="0"/>
          </a:p>
          <a:p>
            <a:r>
              <a:rPr lang="en-US" dirty="0"/>
              <a:t>Be part of real research.</a:t>
            </a:r>
          </a:p>
          <a:p>
            <a:pPr lvl="1"/>
            <a:r>
              <a:rPr lang="en-US" dirty="0"/>
              <a:t>If we use your research output at a paper – you will receive acknowledgment at the minimum (according to contribution)</a:t>
            </a:r>
          </a:p>
          <a:p>
            <a:pPr marL="0" indent="0">
              <a:buNone/>
            </a:pPr>
            <a:endParaRPr lang="en-US" dirty="0"/>
          </a:p>
          <a:p>
            <a:endParaRPr lang="he-IL" dirty="0"/>
          </a:p>
        </p:txBody>
      </p:sp>
      <p:sp>
        <p:nvSpPr>
          <p:cNvPr id="4" name="Slide Number Placeholder 3">
            <a:extLst>
              <a:ext uri="{FF2B5EF4-FFF2-40B4-BE49-F238E27FC236}">
                <a16:creationId xmlns:a16="http://schemas.microsoft.com/office/drawing/2014/main" id="{EF535192-6361-BEA8-80E1-28F33097790D}"/>
              </a:ext>
            </a:extLst>
          </p:cNvPr>
          <p:cNvSpPr>
            <a:spLocks noGrp="1"/>
          </p:cNvSpPr>
          <p:nvPr>
            <p:ph type="sldNum" sz="quarter" idx="12"/>
          </p:nvPr>
        </p:nvSpPr>
        <p:spPr/>
        <p:txBody>
          <a:bodyPr/>
          <a:lstStyle/>
          <a:p>
            <a:fld id="{878E36C7-644E-854E-B6EB-ACE77BE98D44}" type="slidenum">
              <a:rPr lang="en-US" smtClean="0"/>
              <a:pPr/>
              <a:t>8</a:t>
            </a:fld>
            <a:endParaRPr lang="en-US"/>
          </a:p>
        </p:txBody>
      </p:sp>
    </p:spTree>
    <p:extLst>
      <p:ext uri="{BB962C8B-B14F-4D97-AF65-F5344CB8AC3E}">
        <p14:creationId xmlns:p14="http://schemas.microsoft.com/office/powerpoint/2010/main" val="28678256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3D88DD-F231-2194-6D68-65F091F6C745}"/>
              </a:ext>
            </a:extLst>
          </p:cNvPr>
          <p:cNvSpPr>
            <a:spLocks noGrp="1"/>
          </p:cNvSpPr>
          <p:nvPr>
            <p:ph type="title"/>
          </p:nvPr>
        </p:nvSpPr>
        <p:spPr>
          <a:xfrm>
            <a:off x="106577" y="111627"/>
            <a:ext cx="12222158" cy="1143000"/>
          </a:xfrm>
        </p:spPr>
        <p:txBody>
          <a:bodyPr/>
          <a:lstStyle/>
          <a:p>
            <a:r>
              <a:rPr lang="en-US" dirty="0"/>
              <a:t>Implementation </a:t>
            </a:r>
            <a:r>
              <a:rPr lang="en-US" sz="2400" dirty="0"/>
              <a:t>(ACK) </a:t>
            </a:r>
            <a:r>
              <a:rPr lang="en-US" dirty="0"/>
              <a:t>vs </a:t>
            </a:r>
            <a:r>
              <a:rPr lang="en-US" dirty="0" err="1"/>
              <a:t>Research,Innovation</a:t>
            </a:r>
            <a:r>
              <a:rPr lang="en-US" dirty="0"/>
              <a:t> </a:t>
            </a:r>
            <a:r>
              <a:rPr lang="en-US" sz="2000" dirty="0"/>
              <a:t>(Author) </a:t>
            </a:r>
            <a:endParaRPr lang="en-IL" sz="2000" dirty="0"/>
          </a:p>
        </p:txBody>
      </p:sp>
      <p:pic>
        <p:nvPicPr>
          <p:cNvPr id="10" name="Content Placeholder 9">
            <a:extLst>
              <a:ext uri="{FF2B5EF4-FFF2-40B4-BE49-F238E27FC236}">
                <a16:creationId xmlns:a16="http://schemas.microsoft.com/office/drawing/2014/main" id="{1587070A-5231-128E-D69B-E7480FE3E43F}"/>
              </a:ext>
            </a:extLst>
          </p:cNvPr>
          <p:cNvPicPr>
            <a:picLocks noGrp="1" noChangeAspect="1"/>
          </p:cNvPicPr>
          <p:nvPr>
            <p:ph idx="1"/>
          </p:nvPr>
        </p:nvPicPr>
        <p:blipFill>
          <a:blip r:embed="rId2"/>
          <a:stretch>
            <a:fillRect/>
          </a:stretch>
        </p:blipFill>
        <p:spPr>
          <a:xfrm>
            <a:off x="1589" y="1365427"/>
            <a:ext cx="7421011" cy="1371791"/>
          </a:xfrm>
        </p:spPr>
      </p:pic>
      <p:sp>
        <p:nvSpPr>
          <p:cNvPr id="4" name="Slide Number Placeholder 3">
            <a:extLst>
              <a:ext uri="{FF2B5EF4-FFF2-40B4-BE49-F238E27FC236}">
                <a16:creationId xmlns:a16="http://schemas.microsoft.com/office/drawing/2014/main" id="{CDBC6773-A2EA-ACB6-4EBC-F4018BEE79F7}"/>
              </a:ext>
            </a:extLst>
          </p:cNvPr>
          <p:cNvSpPr>
            <a:spLocks noGrp="1"/>
          </p:cNvSpPr>
          <p:nvPr>
            <p:ph type="sldNum" sz="quarter" idx="12"/>
          </p:nvPr>
        </p:nvSpPr>
        <p:spPr/>
        <p:txBody>
          <a:bodyPr/>
          <a:lstStyle/>
          <a:p>
            <a:fld id="{878E36C7-644E-854E-B6EB-ACE77BE98D44}" type="slidenum">
              <a:rPr lang="en-US" smtClean="0"/>
              <a:pPr/>
              <a:t>9</a:t>
            </a:fld>
            <a:endParaRPr lang="en-US"/>
          </a:p>
        </p:txBody>
      </p:sp>
      <p:pic>
        <p:nvPicPr>
          <p:cNvPr id="6" name="Picture 5">
            <a:extLst>
              <a:ext uri="{FF2B5EF4-FFF2-40B4-BE49-F238E27FC236}">
                <a16:creationId xmlns:a16="http://schemas.microsoft.com/office/drawing/2014/main" id="{142DB623-24C3-926C-987E-5ACF515C814D}"/>
              </a:ext>
            </a:extLst>
          </p:cNvPr>
          <p:cNvPicPr>
            <a:picLocks noChangeAspect="1"/>
          </p:cNvPicPr>
          <p:nvPr/>
        </p:nvPicPr>
        <p:blipFill>
          <a:blip r:embed="rId3"/>
          <a:stretch>
            <a:fillRect/>
          </a:stretch>
        </p:blipFill>
        <p:spPr>
          <a:xfrm>
            <a:off x="175589" y="3709621"/>
            <a:ext cx="3801005" cy="2829320"/>
          </a:xfrm>
          <a:prstGeom prst="rect">
            <a:avLst/>
          </a:prstGeom>
        </p:spPr>
      </p:pic>
      <p:pic>
        <p:nvPicPr>
          <p:cNvPr id="8" name="Picture 7">
            <a:extLst>
              <a:ext uri="{FF2B5EF4-FFF2-40B4-BE49-F238E27FC236}">
                <a16:creationId xmlns:a16="http://schemas.microsoft.com/office/drawing/2014/main" id="{4D857513-5712-D87F-35BF-C8214453CFED}"/>
              </a:ext>
            </a:extLst>
          </p:cNvPr>
          <p:cNvPicPr>
            <a:picLocks noChangeAspect="1"/>
          </p:cNvPicPr>
          <p:nvPr/>
        </p:nvPicPr>
        <p:blipFill>
          <a:blip r:embed="rId4"/>
          <a:stretch>
            <a:fillRect/>
          </a:stretch>
        </p:blipFill>
        <p:spPr>
          <a:xfrm>
            <a:off x="4609129" y="2958816"/>
            <a:ext cx="7983064" cy="2962688"/>
          </a:xfrm>
          <a:prstGeom prst="rect">
            <a:avLst/>
          </a:prstGeom>
        </p:spPr>
      </p:pic>
      <p:sp>
        <p:nvSpPr>
          <p:cNvPr id="11" name="TextBox 10">
            <a:extLst>
              <a:ext uri="{FF2B5EF4-FFF2-40B4-BE49-F238E27FC236}">
                <a16:creationId xmlns:a16="http://schemas.microsoft.com/office/drawing/2014/main" id="{1D8AA93C-447F-3DB8-C627-DB963789A546}"/>
              </a:ext>
            </a:extLst>
          </p:cNvPr>
          <p:cNvSpPr txBox="1"/>
          <p:nvPr/>
        </p:nvSpPr>
        <p:spPr>
          <a:xfrm>
            <a:off x="349459" y="5357191"/>
            <a:ext cx="3801005" cy="338554"/>
          </a:xfrm>
          <a:prstGeom prst="rect">
            <a:avLst/>
          </a:prstGeom>
          <a:noFill/>
          <a:ln>
            <a:solidFill>
              <a:srgbClr val="FF0000"/>
            </a:solidFill>
          </a:ln>
        </p:spPr>
        <p:txBody>
          <a:bodyPr wrap="square" rtlCol="0">
            <a:spAutoFit/>
          </a:bodyPr>
          <a:lstStyle/>
          <a:p>
            <a:endParaRPr lang="en-IL" dirty="0"/>
          </a:p>
        </p:txBody>
      </p:sp>
      <p:sp>
        <p:nvSpPr>
          <p:cNvPr id="12" name="Rectangle 11">
            <a:extLst>
              <a:ext uri="{FF2B5EF4-FFF2-40B4-BE49-F238E27FC236}">
                <a16:creationId xmlns:a16="http://schemas.microsoft.com/office/drawing/2014/main" id="{8B39F759-918F-2BEC-F1CF-AAE316DAAE1C}"/>
              </a:ext>
            </a:extLst>
          </p:cNvPr>
          <p:cNvSpPr/>
          <p:nvPr/>
        </p:nvSpPr>
        <p:spPr>
          <a:xfrm>
            <a:off x="4047377" y="6721504"/>
            <a:ext cx="914400" cy="9144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L"/>
          </a:p>
        </p:txBody>
      </p:sp>
      <p:sp>
        <p:nvSpPr>
          <p:cNvPr id="13" name="TextBox 12">
            <a:extLst>
              <a:ext uri="{FF2B5EF4-FFF2-40B4-BE49-F238E27FC236}">
                <a16:creationId xmlns:a16="http://schemas.microsoft.com/office/drawing/2014/main" id="{611CE502-6A7F-9BD1-EEE2-0E5516975389}"/>
              </a:ext>
            </a:extLst>
          </p:cNvPr>
          <p:cNvSpPr txBox="1"/>
          <p:nvPr/>
        </p:nvSpPr>
        <p:spPr>
          <a:xfrm>
            <a:off x="4530457" y="4226942"/>
            <a:ext cx="2165230" cy="338554"/>
          </a:xfrm>
          <a:prstGeom prst="rect">
            <a:avLst/>
          </a:prstGeom>
          <a:noFill/>
          <a:ln>
            <a:solidFill>
              <a:srgbClr val="FF0000"/>
            </a:solidFill>
          </a:ln>
        </p:spPr>
        <p:txBody>
          <a:bodyPr wrap="square" rtlCol="0">
            <a:spAutoFit/>
          </a:bodyPr>
          <a:lstStyle/>
          <a:p>
            <a:endParaRPr lang="en-IL" dirty="0">
              <a:solidFill>
                <a:srgbClr val="FF0000"/>
              </a:solidFill>
            </a:endParaRPr>
          </a:p>
        </p:txBody>
      </p:sp>
      <p:pic>
        <p:nvPicPr>
          <p:cNvPr id="1026" name="Picture 2" descr="Implementation icon SVG Vector &amp; PNG ...">
            <a:extLst>
              <a:ext uri="{FF2B5EF4-FFF2-40B4-BE49-F238E27FC236}">
                <a16:creationId xmlns:a16="http://schemas.microsoft.com/office/drawing/2014/main" id="{7464B0DA-CE79-942C-B3F7-ED8568FA882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43548" y="644545"/>
            <a:ext cx="1306413" cy="974785"/>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Download Free Research Icons in PNG &amp; SVG">
            <a:extLst>
              <a:ext uri="{FF2B5EF4-FFF2-40B4-BE49-F238E27FC236}">
                <a16:creationId xmlns:a16="http://schemas.microsoft.com/office/drawing/2014/main" id="{84C21D0F-5F2E-EC9E-7600-36770626736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864965" y="958842"/>
            <a:ext cx="1300163" cy="1300163"/>
          </a:xfrm>
          <a:prstGeom prst="rect">
            <a:avLst/>
          </a:prstGeom>
          <a:noFill/>
          <a:extLst>
            <a:ext uri="{909E8E84-426E-40DD-AFC4-6F175D3DCCD1}">
              <a14:hiddenFill xmlns:a14="http://schemas.microsoft.com/office/drawing/2010/main">
                <a:solidFill>
                  <a:srgbClr val="FFFFFF"/>
                </a:solidFill>
              </a14:hiddenFill>
            </a:ext>
          </a:extLst>
        </p:spPr>
      </p:pic>
      <p:sp>
        <p:nvSpPr>
          <p:cNvPr id="14" name="TextBox 13">
            <a:extLst>
              <a:ext uri="{FF2B5EF4-FFF2-40B4-BE49-F238E27FC236}">
                <a16:creationId xmlns:a16="http://schemas.microsoft.com/office/drawing/2014/main" id="{225808B3-CC26-CD93-3013-F43676CAF324}"/>
              </a:ext>
            </a:extLst>
          </p:cNvPr>
          <p:cNvSpPr txBox="1"/>
          <p:nvPr/>
        </p:nvSpPr>
        <p:spPr>
          <a:xfrm>
            <a:off x="8144511" y="1417633"/>
            <a:ext cx="4028867" cy="584775"/>
          </a:xfrm>
          <a:prstGeom prst="rect">
            <a:avLst/>
          </a:prstGeom>
          <a:noFill/>
        </p:spPr>
        <p:txBody>
          <a:bodyPr wrap="square" rtlCol="0">
            <a:spAutoFit/>
          </a:bodyPr>
          <a:lstStyle/>
          <a:p>
            <a:r>
              <a:rPr lang="en-US" dirty="0"/>
              <a:t>No one can grantee of the research will be successful (or mature to a paper). </a:t>
            </a:r>
            <a:endParaRPr lang="en-IL" dirty="0"/>
          </a:p>
        </p:txBody>
      </p:sp>
    </p:spTree>
    <p:extLst>
      <p:ext uri="{BB962C8B-B14F-4D97-AF65-F5344CB8AC3E}">
        <p14:creationId xmlns:p14="http://schemas.microsoft.com/office/powerpoint/2010/main" val="42377229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A30F53B-9EF7-4CBC-8950-F1ED3B9341AE}"/>
              </a:ext>
            </a:extLst>
          </p:cNvPr>
          <p:cNvSpPr>
            <a:spLocks noGrp="1"/>
          </p:cNvSpPr>
          <p:nvPr>
            <p:ph type="ctrTitle"/>
          </p:nvPr>
        </p:nvSpPr>
        <p:spPr/>
        <p:txBody>
          <a:bodyPr/>
          <a:lstStyle/>
          <a:p>
            <a:r>
              <a:rPr lang="en-US" dirty="0"/>
              <a:t>Cloud</a:t>
            </a:r>
            <a:endParaRPr lang="he-IL" dirty="0"/>
          </a:p>
        </p:txBody>
      </p:sp>
      <p:sp>
        <p:nvSpPr>
          <p:cNvPr id="6" name="Subtitle 5">
            <a:extLst>
              <a:ext uri="{FF2B5EF4-FFF2-40B4-BE49-F238E27FC236}">
                <a16:creationId xmlns:a16="http://schemas.microsoft.com/office/drawing/2014/main" id="{A78E41BB-2031-482F-88A7-BF7E6AA460F8}"/>
              </a:ext>
            </a:extLst>
          </p:cNvPr>
          <p:cNvSpPr>
            <a:spLocks noGrp="1"/>
          </p:cNvSpPr>
          <p:nvPr>
            <p:ph type="subTitle" idx="1"/>
          </p:nvPr>
        </p:nvSpPr>
        <p:spPr/>
        <p:txBody>
          <a:bodyPr/>
          <a:lstStyle/>
          <a:p>
            <a:r>
              <a:rPr lang="en-US" dirty="0"/>
              <a:t>Mentor: Jhonatan Tavori</a:t>
            </a:r>
            <a:endParaRPr lang="he-IL" dirty="0"/>
          </a:p>
        </p:txBody>
      </p:sp>
      <p:sp>
        <p:nvSpPr>
          <p:cNvPr id="4" name="Slide Number Placeholder 3">
            <a:extLst>
              <a:ext uri="{FF2B5EF4-FFF2-40B4-BE49-F238E27FC236}">
                <a16:creationId xmlns:a16="http://schemas.microsoft.com/office/drawing/2014/main" id="{F11CDE3B-5174-42DA-B858-F97F320D4EEB}"/>
              </a:ext>
            </a:extLst>
          </p:cNvPr>
          <p:cNvSpPr>
            <a:spLocks noGrp="1"/>
          </p:cNvSpPr>
          <p:nvPr>
            <p:ph type="sldNum" sz="quarter" idx="4294967295"/>
          </p:nvPr>
        </p:nvSpPr>
        <p:spPr>
          <a:xfrm>
            <a:off x="9347200" y="6356350"/>
            <a:ext cx="2844800" cy="365125"/>
          </a:xfrm>
        </p:spPr>
        <p:txBody>
          <a:bodyPr/>
          <a:lstStyle/>
          <a:p>
            <a:fld id="{878E36C7-644E-854E-B6EB-ACE77BE98D44}" type="slidenum">
              <a:rPr lang="en-US" smtClean="0"/>
              <a:pPr/>
              <a:t>10</a:t>
            </a:fld>
            <a:endParaRPr lang="en-US"/>
          </a:p>
        </p:txBody>
      </p:sp>
    </p:spTree>
    <p:extLst>
      <p:ext uri="{BB962C8B-B14F-4D97-AF65-F5344CB8AC3E}">
        <p14:creationId xmlns:p14="http://schemas.microsoft.com/office/powerpoint/2010/main" val="24045090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C2DB0C-5A4B-EA1A-1D39-8620BC430885}"/>
              </a:ext>
            </a:extLst>
          </p:cNvPr>
          <p:cNvSpPr>
            <a:spLocks noGrp="1"/>
          </p:cNvSpPr>
          <p:nvPr>
            <p:ph type="title"/>
          </p:nvPr>
        </p:nvSpPr>
        <p:spPr/>
        <p:txBody>
          <a:bodyPr>
            <a:normAutofit/>
          </a:bodyPr>
          <a:lstStyle/>
          <a:p>
            <a:r>
              <a:rPr lang="en-US" sz="4200"/>
              <a:t>Project 1: </a:t>
            </a:r>
            <a:r>
              <a:rPr lang="en-US" sz="4200" b="1"/>
              <a:t>Retries for Cloud Microservices.</a:t>
            </a:r>
            <a:endParaRPr lang="en-US" sz="4200" dirty="0"/>
          </a:p>
        </p:txBody>
      </p:sp>
      <p:sp>
        <p:nvSpPr>
          <p:cNvPr id="3" name="Content Placeholder 2">
            <a:extLst>
              <a:ext uri="{FF2B5EF4-FFF2-40B4-BE49-F238E27FC236}">
                <a16:creationId xmlns:a16="http://schemas.microsoft.com/office/drawing/2014/main" id="{C17404BA-F2D5-CACC-001E-EA97EBC66630}"/>
              </a:ext>
            </a:extLst>
          </p:cNvPr>
          <p:cNvSpPr>
            <a:spLocks noGrp="1"/>
          </p:cNvSpPr>
          <p:nvPr>
            <p:ph idx="1"/>
          </p:nvPr>
        </p:nvSpPr>
        <p:spPr/>
        <p:txBody>
          <a:bodyPr>
            <a:normAutofit fontScale="92500"/>
          </a:bodyPr>
          <a:lstStyle/>
          <a:p>
            <a:pPr marL="0" indent="0">
              <a:buNone/>
            </a:pPr>
            <a:r>
              <a:rPr lang="en-US" sz="2400" dirty="0"/>
              <a:t>Description: Modern cloud applications are built from many microservices. Their appeal to developers is that the microservices operate independently of each other. However, coordinating their operation then turns tricky and </a:t>
            </a:r>
            <a:r>
              <a:rPr lang="en-US" sz="2400" i="1" dirty="0"/>
              <a:t>expensive </a:t>
            </a:r>
            <a:r>
              <a:rPr lang="en-US" sz="2400" dirty="0"/>
              <a:t>to the application owner. Retry mechanisms (like you knocking on a Doctor’s door when you get impatient) suppose to help, but when something goes wrong, retries can easily worsen the problem. </a:t>
            </a:r>
            <a:br>
              <a:rPr lang="en-US" sz="2400" dirty="0"/>
            </a:br>
            <a:endParaRPr lang="en-US" sz="2400" dirty="0"/>
          </a:p>
          <a:p>
            <a:pPr marL="0" indent="0">
              <a:buNone/>
            </a:pPr>
            <a:r>
              <a:rPr lang="en-US" sz="2400" dirty="0"/>
              <a:t>In this project students will implement and evaluate, in a realistic cloud-native environment,  two retry-control mechanisms (</a:t>
            </a:r>
            <a:r>
              <a:rPr lang="en-US" sz="2400" b="1" dirty="0"/>
              <a:t>RetryGuard</a:t>
            </a:r>
            <a:r>
              <a:rPr lang="en-US" sz="2400" dirty="0"/>
              <a:t> and </a:t>
            </a:r>
            <a:r>
              <a:rPr lang="en-US" sz="2400" b="1" dirty="0"/>
              <a:t>DiffTry - </a:t>
            </a:r>
            <a:r>
              <a:rPr lang="en-US" sz="2400" dirty="0"/>
              <a:t>developed in the Deepness Lab), aiming at resolving these problems, and cutting cloud costs. </a:t>
            </a:r>
          </a:p>
          <a:p>
            <a:endParaRPr lang="en-US" sz="2400" dirty="0"/>
          </a:p>
          <a:p>
            <a:pPr marL="0" indent="0">
              <a:buNone/>
            </a:pPr>
            <a:r>
              <a:rPr lang="en-US" sz="2400" dirty="0"/>
              <a:t>Goal: This project is a good fit for students who want hands-on </a:t>
            </a:r>
            <a:br>
              <a:rPr lang="en-US" sz="2400" dirty="0"/>
            </a:br>
            <a:r>
              <a:rPr lang="en-US" sz="2400" dirty="0"/>
              <a:t>experimentation with cloud resiliency patterns.</a:t>
            </a:r>
          </a:p>
          <a:p>
            <a:pPr marL="0" indent="0">
              <a:buNone/>
            </a:pPr>
            <a:endParaRPr lang="en-US" sz="2400" dirty="0"/>
          </a:p>
        </p:txBody>
      </p:sp>
      <p:pic>
        <p:nvPicPr>
          <p:cNvPr id="8" name="Picture 7" descr="A group of icons of cloud computing&#10;&#10;AI-generated content may be incorrect.">
            <a:extLst>
              <a:ext uri="{FF2B5EF4-FFF2-40B4-BE49-F238E27FC236}">
                <a16:creationId xmlns:a16="http://schemas.microsoft.com/office/drawing/2014/main" id="{C58A8ADE-1302-80ED-4C1E-B3DE29E0ADBE}"/>
              </a:ext>
            </a:extLst>
          </p:cNvPr>
          <p:cNvPicPr>
            <a:picLocks noChangeAspect="1"/>
          </p:cNvPicPr>
          <p:nvPr/>
        </p:nvPicPr>
        <p:blipFill>
          <a:blip r:embed="rId2"/>
          <a:srcRect l="-1008" t="28008" r="67236" b="34876"/>
          <a:stretch>
            <a:fillRect/>
          </a:stretch>
        </p:blipFill>
        <p:spPr>
          <a:xfrm>
            <a:off x="9130554" y="4721062"/>
            <a:ext cx="3173506" cy="2325198"/>
          </a:xfrm>
          <a:prstGeom prst="rect">
            <a:avLst/>
          </a:prstGeom>
        </p:spPr>
      </p:pic>
    </p:spTree>
    <p:extLst>
      <p:ext uri="{BB962C8B-B14F-4D97-AF65-F5344CB8AC3E}">
        <p14:creationId xmlns:p14="http://schemas.microsoft.com/office/powerpoint/2010/main" val="20245646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D9A141-7A1B-7692-16FC-C34ADAC2342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71A660C-01E7-7442-8ED2-094A31C82281}"/>
              </a:ext>
            </a:extLst>
          </p:cNvPr>
          <p:cNvSpPr>
            <a:spLocks noGrp="1"/>
          </p:cNvSpPr>
          <p:nvPr>
            <p:ph type="title"/>
          </p:nvPr>
        </p:nvSpPr>
        <p:spPr/>
        <p:txBody>
          <a:bodyPr>
            <a:normAutofit/>
          </a:bodyPr>
          <a:lstStyle/>
          <a:p>
            <a:r>
              <a:rPr lang="en-US" sz="4200" dirty="0"/>
              <a:t>Project 1 (cont.): </a:t>
            </a:r>
          </a:p>
        </p:txBody>
      </p:sp>
      <p:sp>
        <p:nvSpPr>
          <p:cNvPr id="3" name="Content Placeholder 2">
            <a:extLst>
              <a:ext uri="{FF2B5EF4-FFF2-40B4-BE49-F238E27FC236}">
                <a16:creationId xmlns:a16="http://schemas.microsoft.com/office/drawing/2014/main" id="{D90468E9-1069-FD69-3ADE-19F93D902357}"/>
              </a:ext>
            </a:extLst>
          </p:cNvPr>
          <p:cNvSpPr>
            <a:spLocks noGrp="1"/>
          </p:cNvSpPr>
          <p:nvPr>
            <p:ph idx="1"/>
          </p:nvPr>
        </p:nvSpPr>
        <p:spPr/>
        <p:txBody>
          <a:bodyPr>
            <a:normAutofit fontScale="92500" lnSpcReduction="20000"/>
          </a:bodyPr>
          <a:lstStyle/>
          <a:p>
            <a:pPr marL="0" indent="0">
              <a:buNone/>
            </a:pPr>
            <a:r>
              <a:rPr lang="en-US" sz="2400" dirty="0"/>
              <a:t>Technical description: Evaluate the impact of </a:t>
            </a:r>
            <a:r>
              <a:rPr lang="en-US" sz="2400" b="1" dirty="0"/>
              <a:t>RetryGuard</a:t>
            </a:r>
            <a:r>
              <a:rPr lang="en-US" sz="2400" dirty="0"/>
              <a:t> and </a:t>
            </a:r>
            <a:r>
              <a:rPr lang="en-US" sz="2400" b="1" dirty="0"/>
              <a:t>DiffTry</a:t>
            </a:r>
            <a:r>
              <a:rPr lang="en-US" sz="2400" dirty="0"/>
              <a:t> in a Kubernetes-based microservice setup which uses </a:t>
            </a:r>
            <a:r>
              <a:rPr lang="en-US" sz="2400" b="1" dirty="0" err="1"/>
              <a:t>TopFull</a:t>
            </a:r>
            <a:r>
              <a:rPr lang="en-US" sz="2400" dirty="0"/>
              <a:t> or </a:t>
            </a:r>
            <a:r>
              <a:rPr lang="en-US" sz="2400" b="1" dirty="0"/>
              <a:t>DAGOR</a:t>
            </a:r>
            <a:r>
              <a:rPr lang="en-US" sz="2400" dirty="0"/>
              <a:t> (ACM SIGCOMM papers) overload control mechanisms. </a:t>
            </a:r>
          </a:p>
          <a:p>
            <a:pPr marL="0" indent="0">
              <a:buNone/>
            </a:pPr>
            <a:r>
              <a:rPr lang="en-US" sz="2400" dirty="0"/>
              <a:t>The implementation of </a:t>
            </a:r>
            <a:r>
              <a:rPr lang="en-US" sz="2400" dirty="0" err="1"/>
              <a:t>TopFull</a:t>
            </a:r>
            <a:r>
              <a:rPr lang="en-US" sz="2400" dirty="0"/>
              <a:t>/DAGOR is provided in open-source repositories.</a:t>
            </a:r>
          </a:p>
          <a:p>
            <a:pPr marL="0" indent="0">
              <a:buNone/>
            </a:pPr>
            <a:r>
              <a:rPr lang="en-US" sz="2400" dirty="0"/>
              <a:t>RetryGuard and DiffTry were designed in the Deepness lab and will be integrated into the setup.</a:t>
            </a:r>
          </a:p>
          <a:p>
            <a:pPr marL="0" indent="0">
              <a:buNone/>
            </a:pPr>
            <a:endParaRPr lang="en-US" sz="2400" dirty="0"/>
          </a:p>
          <a:p>
            <a:pPr marL="0" indent="0">
              <a:buNone/>
            </a:pPr>
            <a:r>
              <a:rPr lang="en-US" sz="2400" dirty="0"/>
              <a:t>Resources:</a:t>
            </a:r>
          </a:p>
          <a:p>
            <a:r>
              <a:rPr lang="en-US" sz="1900" dirty="0" err="1"/>
              <a:t>TopFull</a:t>
            </a:r>
            <a:r>
              <a:rPr lang="en-US" sz="1900" dirty="0"/>
              <a:t> – </a:t>
            </a:r>
          </a:p>
          <a:p>
            <a:pPr lvl="1"/>
            <a:r>
              <a:rPr lang="en-US" sz="1900" dirty="0">
                <a:hlinkClick r:id="rId2"/>
              </a:rPr>
              <a:t>https://dl.acm.org/doi/abs/10.1145/3651890.3672253</a:t>
            </a:r>
          </a:p>
          <a:p>
            <a:pPr lvl="1"/>
            <a:r>
              <a:rPr lang="en-US" sz="1900" dirty="0">
                <a:hlinkClick r:id="rId2"/>
              </a:rPr>
              <a:t>https://github.com/kaist-ina/TopFull/tree/main</a:t>
            </a:r>
            <a:endParaRPr lang="en-US" sz="1900" dirty="0"/>
          </a:p>
          <a:p>
            <a:r>
              <a:rPr lang="en-US" sz="1900" dirty="0"/>
              <a:t>DAGOR – </a:t>
            </a:r>
          </a:p>
          <a:p>
            <a:pPr lvl="1"/>
            <a:r>
              <a:rPr lang="en-US" sz="1900" dirty="0">
                <a:hlinkClick r:id="rId3"/>
              </a:rPr>
              <a:t>https://dl.acm.org/doi/10.1145/3267809.3267823</a:t>
            </a:r>
            <a:endParaRPr lang="en-US" sz="1900" dirty="0"/>
          </a:p>
          <a:p>
            <a:pPr lvl="1"/>
            <a:r>
              <a:rPr lang="en-US" sz="1900" dirty="0">
                <a:hlinkClick r:id="rId4"/>
              </a:rPr>
              <a:t>https://github.com/wwz16/dagor</a:t>
            </a:r>
            <a:endParaRPr lang="en-US" sz="1900" dirty="0"/>
          </a:p>
          <a:p>
            <a:pPr lvl="1"/>
            <a:endParaRPr lang="en-US" sz="2000" dirty="0"/>
          </a:p>
          <a:p>
            <a:endParaRPr lang="en-US" sz="2400" dirty="0"/>
          </a:p>
        </p:txBody>
      </p:sp>
      <p:pic>
        <p:nvPicPr>
          <p:cNvPr id="6" name="Picture 5" descr="A group of icons of cloud computing&#10;&#10;AI-generated content may be incorrect.">
            <a:extLst>
              <a:ext uri="{FF2B5EF4-FFF2-40B4-BE49-F238E27FC236}">
                <a16:creationId xmlns:a16="http://schemas.microsoft.com/office/drawing/2014/main" id="{C959079C-7D93-9520-F295-EEA95F28403E}"/>
              </a:ext>
            </a:extLst>
          </p:cNvPr>
          <p:cNvPicPr>
            <a:picLocks noChangeAspect="1"/>
          </p:cNvPicPr>
          <p:nvPr/>
        </p:nvPicPr>
        <p:blipFill>
          <a:blip r:embed="rId5"/>
          <a:srcRect l="-1008" t="28008" r="67236" b="34876"/>
          <a:stretch>
            <a:fillRect/>
          </a:stretch>
        </p:blipFill>
        <p:spPr>
          <a:xfrm>
            <a:off x="9130554" y="4721062"/>
            <a:ext cx="3173506" cy="2325198"/>
          </a:xfrm>
          <a:prstGeom prst="rect">
            <a:avLst/>
          </a:prstGeom>
        </p:spPr>
      </p:pic>
    </p:spTree>
    <p:extLst>
      <p:ext uri="{BB962C8B-B14F-4D97-AF65-F5344CB8AC3E}">
        <p14:creationId xmlns:p14="http://schemas.microsoft.com/office/powerpoint/2010/main" val="386138476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05B1EF-1B7F-7EBF-82D7-33A02FA69AE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86A5737-97B3-05D0-C1FB-D04AE53F2857}"/>
              </a:ext>
            </a:extLst>
          </p:cNvPr>
          <p:cNvSpPr>
            <a:spLocks noGrp="1"/>
          </p:cNvSpPr>
          <p:nvPr>
            <p:ph type="title"/>
          </p:nvPr>
        </p:nvSpPr>
        <p:spPr/>
        <p:txBody>
          <a:bodyPr>
            <a:normAutofit/>
          </a:bodyPr>
          <a:lstStyle/>
          <a:p>
            <a:r>
              <a:rPr lang="en-US" sz="4200" dirty="0"/>
              <a:t>Project 1 (cont.): </a:t>
            </a:r>
          </a:p>
        </p:txBody>
      </p:sp>
      <p:sp>
        <p:nvSpPr>
          <p:cNvPr id="3" name="Content Placeholder 2">
            <a:extLst>
              <a:ext uri="{FF2B5EF4-FFF2-40B4-BE49-F238E27FC236}">
                <a16:creationId xmlns:a16="http://schemas.microsoft.com/office/drawing/2014/main" id="{800D65FA-0975-704E-0C01-69D59B530530}"/>
              </a:ext>
            </a:extLst>
          </p:cNvPr>
          <p:cNvSpPr>
            <a:spLocks noGrp="1"/>
          </p:cNvSpPr>
          <p:nvPr>
            <p:ph idx="1"/>
          </p:nvPr>
        </p:nvSpPr>
        <p:spPr/>
        <p:txBody>
          <a:bodyPr>
            <a:normAutofit/>
          </a:bodyPr>
          <a:lstStyle/>
          <a:p>
            <a:pPr marL="0" indent="0">
              <a:buNone/>
            </a:pPr>
            <a:r>
              <a:rPr lang="en-US" sz="2400" dirty="0"/>
              <a:t>Skills needed: </a:t>
            </a:r>
          </a:p>
          <a:p>
            <a:r>
              <a:rPr lang="en-US" sz="2400" dirty="0"/>
              <a:t>Programming and scripting.</a:t>
            </a:r>
          </a:p>
          <a:p>
            <a:r>
              <a:rPr lang="en-US" sz="2400" dirty="0"/>
              <a:t>Some familiarity with Linux</a:t>
            </a:r>
          </a:p>
          <a:p>
            <a:r>
              <a:rPr lang="en-US" sz="2400" dirty="0"/>
              <a:t>Interest in cloud computing, systems, or performance analysis.</a:t>
            </a:r>
          </a:p>
          <a:p>
            <a:endParaRPr lang="en-US" sz="2400" dirty="0"/>
          </a:p>
          <a:p>
            <a:pPr marL="0" indent="0">
              <a:buNone/>
            </a:pPr>
            <a:r>
              <a:rPr lang="en-US" sz="2400" dirty="0"/>
              <a:t>Skills gained:</a:t>
            </a:r>
          </a:p>
          <a:p>
            <a:r>
              <a:rPr lang="en-US" sz="2400" dirty="0"/>
              <a:t>Working with Kubernetes and microservice-based systems</a:t>
            </a:r>
          </a:p>
          <a:p>
            <a:r>
              <a:rPr lang="en-US" sz="2400" dirty="0"/>
              <a:t>Experience in evaluating cloud performance and resource efficiency.</a:t>
            </a:r>
          </a:p>
          <a:p>
            <a:r>
              <a:rPr lang="en-US" sz="2400" dirty="0"/>
              <a:t>Understanding retries, failures, and performance in </a:t>
            </a:r>
            <a:br>
              <a:rPr lang="en-US" sz="2400" dirty="0"/>
            </a:br>
            <a:r>
              <a:rPr lang="en-US" sz="2400" dirty="0"/>
              <a:t>distributed service.</a:t>
            </a:r>
          </a:p>
        </p:txBody>
      </p:sp>
      <p:pic>
        <p:nvPicPr>
          <p:cNvPr id="6" name="Picture 5" descr="A group of icons of cloud computing&#10;&#10;AI-generated content may be incorrect.">
            <a:extLst>
              <a:ext uri="{FF2B5EF4-FFF2-40B4-BE49-F238E27FC236}">
                <a16:creationId xmlns:a16="http://schemas.microsoft.com/office/drawing/2014/main" id="{56740CEA-6357-DEF7-F935-2059D3076ED0}"/>
              </a:ext>
            </a:extLst>
          </p:cNvPr>
          <p:cNvPicPr>
            <a:picLocks noChangeAspect="1"/>
          </p:cNvPicPr>
          <p:nvPr/>
        </p:nvPicPr>
        <p:blipFill>
          <a:blip r:embed="rId2"/>
          <a:srcRect l="-1008" t="28008" r="67236" b="34876"/>
          <a:stretch>
            <a:fillRect/>
          </a:stretch>
        </p:blipFill>
        <p:spPr>
          <a:xfrm>
            <a:off x="9130554" y="4721062"/>
            <a:ext cx="3173506" cy="2325198"/>
          </a:xfrm>
          <a:prstGeom prst="rect">
            <a:avLst/>
          </a:prstGeom>
        </p:spPr>
      </p:pic>
    </p:spTree>
    <p:extLst>
      <p:ext uri="{BB962C8B-B14F-4D97-AF65-F5344CB8AC3E}">
        <p14:creationId xmlns:p14="http://schemas.microsoft.com/office/powerpoint/2010/main" val="117125883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7F4AB0-A2BA-FA10-10E1-AB98B0356BB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846933E-269E-0E10-82C4-8490E0F75BAD}"/>
              </a:ext>
            </a:extLst>
          </p:cNvPr>
          <p:cNvSpPr>
            <a:spLocks noGrp="1"/>
          </p:cNvSpPr>
          <p:nvPr>
            <p:ph type="title"/>
          </p:nvPr>
        </p:nvSpPr>
        <p:spPr/>
        <p:txBody>
          <a:bodyPr>
            <a:normAutofit/>
          </a:bodyPr>
          <a:lstStyle/>
          <a:p>
            <a:r>
              <a:rPr lang="en-US" sz="4200" dirty="0"/>
              <a:t>Project 2:  </a:t>
            </a:r>
            <a:r>
              <a:rPr lang="en-US" sz="4200" b="1" dirty="0"/>
              <a:t>Cloud Systems Autoscaling.</a:t>
            </a:r>
            <a:endParaRPr lang="en-US" sz="4200" dirty="0"/>
          </a:p>
        </p:txBody>
      </p:sp>
      <p:sp>
        <p:nvSpPr>
          <p:cNvPr id="3" name="Content Placeholder 2">
            <a:extLst>
              <a:ext uri="{FF2B5EF4-FFF2-40B4-BE49-F238E27FC236}">
                <a16:creationId xmlns:a16="http://schemas.microsoft.com/office/drawing/2014/main" id="{4D104C6A-13EC-BE2D-58A8-49D9CADD8C0D}"/>
              </a:ext>
            </a:extLst>
          </p:cNvPr>
          <p:cNvSpPr>
            <a:spLocks noGrp="1"/>
          </p:cNvSpPr>
          <p:nvPr>
            <p:ph idx="1"/>
          </p:nvPr>
        </p:nvSpPr>
        <p:spPr/>
        <p:txBody>
          <a:bodyPr>
            <a:normAutofit lnSpcReduction="10000"/>
          </a:bodyPr>
          <a:lstStyle/>
          <a:p>
            <a:pPr marL="0" indent="0">
              <a:buNone/>
            </a:pPr>
            <a:r>
              <a:rPr lang="en-US" sz="2400" dirty="0"/>
              <a:t>Motivation: Cloud systems constantly scale up and down to handle changes in demand, but how often does this really happen, and what does it look like in practice? In this project, students will study </a:t>
            </a:r>
            <a:r>
              <a:rPr lang="en-US" sz="2400" b="1" dirty="0"/>
              <a:t>scaling events</a:t>
            </a:r>
            <a:r>
              <a:rPr lang="en-US" sz="2400" dirty="0"/>
              <a:t> using telemetry data from </a:t>
            </a:r>
            <a:r>
              <a:rPr lang="en-US" sz="2400" b="1" dirty="0"/>
              <a:t>Alibaba</a:t>
            </a:r>
            <a:r>
              <a:rPr lang="en-US" sz="2400" dirty="0"/>
              <a:t> and </a:t>
            </a:r>
            <a:r>
              <a:rPr lang="en-US" sz="2400" b="1" dirty="0"/>
              <a:t>Uber</a:t>
            </a:r>
            <a:r>
              <a:rPr lang="en-US" sz="2400" dirty="0"/>
              <a:t>.</a:t>
            </a:r>
          </a:p>
          <a:p>
            <a:pPr marL="0" indent="0">
              <a:buNone/>
            </a:pPr>
            <a:endParaRPr lang="en-US" sz="2400" dirty="0"/>
          </a:p>
          <a:p>
            <a:pPr marL="0" indent="0">
              <a:buNone/>
            </a:pPr>
            <a:r>
              <a:rPr lang="en-US" sz="2400" dirty="0"/>
              <a:t>Goal: Microservice autoscaling is one of the core ideas behind the cloud, promising its clients a “panacea” where the resources will flexibly adapt to the varying demands of their users; however – too variable traffic may lead to frequent autoscaling events and scaling synchronization problems and  may pose significant costs on the clients. </a:t>
            </a:r>
          </a:p>
          <a:p>
            <a:pPr marL="0" indent="0">
              <a:buNone/>
            </a:pPr>
            <a:endParaRPr lang="en-US" sz="2400" dirty="0"/>
          </a:p>
          <a:p>
            <a:pPr marL="0" indent="0">
              <a:buNone/>
            </a:pPr>
            <a:r>
              <a:rPr lang="en-US" sz="2400" dirty="0"/>
              <a:t>This project aims at evaluating the scope of these problems by </a:t>
            </a:r>
            <a:br>
              <a:rPr lang="en-US" sz="2400" dirty="0"/>
            </a:br>
            <a:r>
              <a:rPr lang="en-US" sz="2400" dirty="0"/>
              <a:t>understanding the real behavior of large systems using  </a:t>
            </a:r>
            <a:br>
              <a:rPr lang="en-US" sz="2400" dirty="0"/>
            </a:br>
            <a:r>
              <a:rPr lang="en-US" sz="2400" dirty="0"/>
              <a:t>production-inspired data. </a:t>
            </a:r>
          </a:p>
          <a:p>
            <a:endParaRPr lang="en-US" sz="2400" dirty="0"/>
          </a:p>
        </p:txBody>
      </p:sp>
      <p:pic>
        <p:nvPicPr>
          <p:cNvPr id="6" name="Picture 5" descr="A group of icons of cloud computing&#10;&#10;AI-generated content may be incorrect.">
            <a:extLst>
              <a:ext uri="{FF2B5EF4-FFF2-40B4-BE49-F238E27FC236}">
                <a16:creationId xmlns:a16="http://schemas.microsoft.com/office/drawing/2014/main" id="{F7174E47-E74E-25D4-6817-ACA8BFEF6121}"/>
              </a:ext>
            </a:extLst>
          </p:cNvPr>
          <p:cNvPicPr>
            <a:picLocks noChangeAspect="1"/>
          </p:cNvPicPr>
          <p:nvPr/>
        </p:nvPicPr>
        <p:blipFill>
          <a:blip r:embed="rId2"/>
          <a:srcRect l="28648" t="28355" r="37580" b="34529"/>
          <a:stretch>
            <a:fillRect/>
          </a:stretch>
        </p:blipFill>
        <p:spPr>
          <a:xfrm>
            <a:off x="9130554" y="4721062"/>
            <a:ext cx="3173506" cy="2325198"/>
          </a:xfrm>
          <a:prstGeom prst="rect">
            <a:avLst/>
          </a:prstGeom>
        </p:spPr>
      </p:pic>
    </p:spTree>
    <p:extLst>
      <p:ext uri="{BB962C8B-B14F-4D97-AF65-F5344CB8AC3E}">
        <p14:creationId xmlns:p14="http://schemas.microsoft.com/office/powerpoint/2010/main" val="384890784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1C8208-5241-6D6E-8A26-0DB83B188B2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F4CDD38-65BB-FD92-3198-66E102DE208E}"/>
              </a:ext>
            </a:extLst>
          </p:cNvPr>
          <p:cNvSpPr>
            <a:spLocks noGrp="1"/>
          </p:cNvSpPr>
          <p:nvPr>
            <p:ph type="title"/>
          </p:nvPr>
        </p:nvSpPr>
        <p:spPr/>
        <p:txBody>
          <a:bodyPr>
            <a:normAutofit/>
          </a:bodyPr>
          <a:lstStyle/>
          <a:p>
            <a:r>
              <a:rPr lang="en-US" sz="4200" dirty="0"/>
              <a:t>Project 2 (cont.): </a:t>
            </a:r>
          </a:p>
        </p:txBody>
      </p:sp>
      <p:sp>
        <p:nvSpPr>
          <p:cNvPr id="3" name="Content Placeholder 2">
            <a:extLst>
              <a:ext uri="{FF2B5EF4-FFF2-40B4-BE49-F238E27FC236}">
                <a16:creationId xmlns:a16="http://schemas.microsoft.com/office/drawing/2014/main" id="{A0964F98-F00F-16BF-920B-8717A9253682}"/>
              </a:ext>
            </a:extLst>
          </p:cNvPr>
          <p:cNvSpPr>
            <a:spLocks noGrp="1"/>
          </p:cNvSpPr>
          <p:nvPr>
            <p:ph idx="1"/>
          </p:nvPr>
        </p:nvSpPr>
        <p:spPr>
          <a:xfrm>
            <a:off x="838200" y="1825625"/>
            <a:ext cx="10374086" cy="4351338"/>
          </a:xfrm>
        </p:spPr>
        <p:txBody>
          <a:bodyPr>
            <a:normAutofit fontScale="92500" lnSpcReduction="10000"/>
          </a:bodyPr>
          <a:lstStyle/>
          <a:p>
            <a:pPr marL="0" indent="0">
              <a:buNone/>
            </a:pPr>
            <a:r>
              <a:rPr lang="en-US" sz="2400" dirty="0"/>
              <a:t>Technical description: Use cloud telemetry from </a:t>
            </a:r>
            <a:r>
              <a:rPr lang="en-US" sz="2400" b="1" dirty="0"/>
              <a:t>Alibaba</a:t>
            </a:r>
            <a:r>
              <a:rPr lang="en-US" sz="2400" dirty="0"/>
              <a:t> and </a:t>
            </a:r>
            <a:r>
              <a:rPr lang="en-US" sz="2400" b="1" dirty="0"/>
              <a:t>Uber</a:t>
            </a:r>
            <a:r>
              <a:rPr lang="en-US" sz="2400" dirty="0"/>
              <a:t> to measure when and how often scaling events occur in two representative cloud applications. Evaluate how these affect costs inflicted on an elementary cloud-based system. </a:t>
            </a:r>
          </a:p>
          <a:p>
            <a:pPr marL="0" indent="0">
              <a:buNone/>
            </a:pPr>
            <a:endParaRPr lang="he-IL" sz="2400" dirty="0"/>
          </a:p>
          <a:p>
            <a:pPr marL="0" indent="0">
              <a:buNone/>
            </a:pPr>
            <a:r>
              <a:rPr lang="en-US" sz="2400" dirty="0"/>
              <a:t>Resources:</a:t>
            </a:r>
          </a:p>
          <a:p>
            <a:r>
              <a:rPr lang="en-US" sz="1900" dirty="0"/>
              <a:t>Alibaba:</a:t>
            </a:r>
          </a:p>
          <a:p>
            <a:pPr lvl="1"/>
            <a:r>
              <a:rPr lang="en-US" sz="1900" dirty="0">
                <a:hlinkClick r:id="rId2"/>
              </a:rPr>
              <a:t>https://dataverse.harvard.edu/dataset.xhtml?persistentId=doi:10.7910/DVN/T53HGF</a:t>
            </a:r>
            <a:endParaRPr lang="en-US" sz="1900" dirty="0"/>
          </a:p>
          <a:p>
            <a:pPr lvl="1"/>
            <a:r>
              <a:rPr lang="en-US" sz="1900" dirty="0">
                <a:hlinkClick r:id="rId3"/>
              </a:rPr>
              <a:t>https://github.com/alibaba/clusterdata/tree/master/cluster-trace-microservices-v2022</a:t>
            </a:r>
            <a:endParaRPr lang="en-US" sz="1900" dirty="0"/>
          </a:p>
          <a:p>
            <a:pPr lvl="1"/>
            <a:r>
              <a:rPr lang="en-US" sz="1900" dirty="0"/>
              <a:t>“The released traces contain the detailed runtime metrics of nearly twenty thousand microservices”</a:t>
            </a:r>
          </a:p>
          <a:p>
            <a:r>
              <a:rPr lang="en-US" sz="1900" dirty="0"/>
              <a:t>Uber:</a:t>
            </a:r>
          </a:p>
          <a:p>
            <a:pPr lvl="1"/>
            <a:r>
              <a:rPr lang="en-US" sz="1900" dirty="0">
                <a:hlinkClick r:id="rId4"/>
              </a:rPr>
              <a:t>https://zenodo.org/records/13947828</a:t>
            </a:r>
            <a:endParaRPr lang="en-US" sz="1900" dirty="0"/>
          </a:p>
          <a:p>
            <a:pPr lvl="1"/>
            <a:r>
              <a:rPr lang="en-US" sz="1900" dirty="0"/>
              <a:t>“This dataset provides comprehensive microservice traces (around 1.4 million)</a:t>
            </a:r>
            <a:br>
              <a:rPr lang="en-US" sz="1900" dirty="0"/>
            </a:br>
            <a:r>
              <a:rPr lang="en-US" sz="1900" dirty="0"/>
              <a:t> collected from Uber microservice architecture, as described in our paper </a:t>
            </a:r>
            <a:br>
              <a:rPr lang="en-US" sz="1900" dirty="0"/>
            </a:br>
            <a:r>
              <a:rPr lang="en-US" sz="1900" dirty="0"/>
              <a:t>The Tale of Errors in Microservices, presented at SIGMETRICS 2025.”</a:t>
            </a:r>
          </a:p>
        </p:txBody>
      </p:sp>
      <p:pic>
        <p:nvPicPr>
          <p:cNvPr id="6" name="Picture 5" descr="A group of icons of cloud computing&#10;&#10;AI-generated content may be incorrect.">
            <a:extLst>
              <a:ext uri="{FF2B5EF4-FFF2-40B4-BE49-F238E27FC236}">
                <a16:creationId xmlns:a16="http://schemas.microsoft.com/office/drawing/2014/main" id="{2D70ADEC-584E-EF6A-EB0E-15B21A1C255B}"/>
              </a:ext>
            </a:extLst>
          </p:cNvPr>
          <p:cNvPicPr>
            <a:picLocks noChangeAspect="1"/>
          </p:cNvPicPr>
          <p:nvPr/>
        </p:nvPicPr>
        <p:blipFill>
          <a:blip r:embed="rId5"/>
          <a:srcRect l="28648" t="28355" r="37580" b="34529"/>
          <a:stretch>
            <a:fillRect/>
          </a:stretch>
        </p:blipFill>
        <p:spPr>
          <a:xfrm>
            <a:off x="9130554" y="4721062"/>
            <a:ext cx="3173506" cy="2325198"/>
          </a:xfrm>
          <a:prstGeom prst="rect">
            <a:avLst/>
          </a:prstGeom>
        </p:spPr>
      </p:pic>
    </p:spTree>
    <p:extLst>
      <p:ext uri="{BB962C8B-B14F-4D97-AF65-F5344CB8AC3E}">
        <p14:creationId xmlns:p14="http://schemas.microsoft.com/office/powerpoint/2010/main" val="273220202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ADE0E7-7500-D968-3EAE-67845B71608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579A52F-6489-4777-C886-77D8E4EA4449}"/>
              </a:ext>
            </a:extLst>
          </p:cNvPr>
          <p:cNvSpPr>
            <a:spLocks noGrp="1"/>
          </p:cNvSpPr>
          <p:nvPr>
            <p:ph type="title"/>
          </p:nvPr>
        </p:nvSpPr>
        <p:spPr/>
        <p:txBody>
          <a:bodyPr>
            <a:normAutofit/>
          </a:bodyPr>
          <a:lstStyle/>
          <a:p>
            <a:r>
              <a:rPr lang="en-US" sz="4200" dirty="0"/>
              <a:t>Project 2 (cont.): </a:t>
            </a:r>
          </a:p>
        </p:txBody>
      </p:sp>
      <p:sp>
        <p:nvSpPr>
          <p:cNvPr id="3" name="Content Placeholder 2">
            <a:extLst>
              <a:ext uri="{FF2B5EF4-FFF2-40B4-BE49-F238E27FC236}">
                <a16:creationId xmlns:a16="http://schemas.microsoft.com/office/drawing/2014/main" id="{36AE97DE-300F-D544-622F-81E30BD1A8F1}"/>
              </a:ext>
            </a:extLst>
          </p:cNvPr>
          <p:cNvSpPr>
            <a:spLocks noGrp="1"/>
          </p:cNvSpPr>
          <p:nvPr>
            <p:ph idx="1"/>
          </p:nvPr>
        </p:nvSpPr>
        <p:spPr/>
        <p:txBody>
          <a:bodyPr>
            <a:normAutofit/>
          </a:bodyPr>
          <a:lstStyle/>
          <a:p>
            <a:pPr marL="0" indent="0">
              <a:buNone/>
            </a:pPr>
            <a:r>
              <a:rPr lang="en-US" sz="2400" dirty="0"/>
              <a:t>Skills needed: </a:t>
            </a:r>
          </a:p>
          <a:p>
            <a:r>
              <a:rPr lang="en-US" sz="2400" dirty="0"/>
              <a:t>Programming and scripting.</a:t>
            </a:r>
          </a:p>
          <a:p>
            <a:r>
              <a:rPr lang="en-US" sz="2400" dirty="0"/>
              <a:t>Comfort with data analysis.</a:t>
            </a:r>
          </a:p>
          <a:p>
            <a:r>
              <a:rPr lang="en-US" sz="2400" dirty="0"/>
              <a:t>Interest in cloud computing, systems, or performance analysis.</a:t>
            </a:r>
          </a:p>
          <a:p>
            <a:endParaRPr lang="en-US" sz="2400" dirty="0"/>
          </a:p>
          <a:p>
            <a:pPr marL="0" indent="0">
              <a:buNone/>
            </a:pPr>
            <a:r>
              <a:rPr lang="en-US" sz="2400" dirty="0"/>
              <a:t>Skills gained:</a:t>
            </a:r>
          </a:p>
          <a:p>
            <a:r>
              <a:rPr lang="en-US" sz="2400" dirty="0"/>
              <a:t>Working with large telemetry datasets.</a:t>
            </a:r>
          </a:p>
          <a:p>
            <a:r>
              <a:rPr lang="en-US" sz="2400" dirty="0"/>
              <a:t>Evaluating cloud performance and resource efficiency. </a:t>
            </a:r>
          </a:p>
          <a:p>
            <a:r>
              <a:rPr lang="en-US" sz="2400" dirty="0"/>
              <a:t>Building intuition for how modern cloud applications behave.</a:t>
            </a:r>
          </a:p>
          <a:p>
            <a:pPr marL="0" indent="0">
              <a:buNone/>
            </a:pPr>
            <a:endParaRPr lang="en-US" sz="2400" dirty="0"/>
          </a:p>
        </p:txBody>
      </p:sp>
      <p:pic>
        <p:nvPicPr>
          <p:cNvPr id="5" name="Picture 4" descr="A group of icons of cloud computing&#10;&#10;AI-generated content may be incorrect.">
            <a:extLst>
              <a:ext uri="{FF2B5EF4-FFF2-40B4-BE49-F238E27FC236}">
                <a16:creationId xmlns:a16="http://schemas.microsoft.com/office/drawing/2014/main" id="{902FFC5A-BE75-C7EC-A49B-52A6A0E0DE30}"/>
              </a:ext>
            </a:extLst>
          </p:cNvPr>
          <p:cNvPicPr>
            <a:picLocks noChangeAspect="1"/>
          </p:cNvPicPr>
          <p:nvPr/>
        </p:nvPicPr>
        <p:blipFill>
          <a:blip r:embed="rId2"/>
          <a:srcRect l="28648" t="28355" r="37580" b="34529"/>
          <a:stretch>
            <a:fillRect/>
          </a:stretch>
        </p:blipFill>
        <p:spPr>
          <a:xfrm>
            <a:off x="9130554" y="4721062"/>
            <a:ext cx="3173506" cy="2325198"/>
          </a:xfrm>
          <a:prstGeom prst="rect">
            <a:avLst/>
          </a:prstGeom>
        </p:spPr>
      </p:pic>
    </p:spTree>
    <p:extLst>
      <p:ext uri="{BB962C8B-B14F-4D97-AF65-F5344CB8AC3E}">
        <p14:creationId xmlns:p14="http://schemas.microsoft.com/office/powerpoint/2010/main" val="321480859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IMING" val="|53.5|1.7|52.9"/>
</p:tagLst>
</file>

<file path=ppt/theme/theme1.xml><?xml version="1.0" encoding="utf-8"?>
<a:theme xmlns:a="http://schemas.openxmlformats.org/drawingml/2006/main" name="IBM Conference2">
  <a:themeElements>
    <a:clrScheme name="">
      <a:dk1>
        <a:srgbClr val="000000"/>
      </a:dk1>
      <a:lt1>
        <a:srgbClr val="FFFFFF"/>
      </a:lt1>
      <a:dk2>
        <a:srgbClr val="FFFFFF"/>
      </a:dk2>
      <a:lt2>
        <a:srgbClr val="000000"/>
      </a:lt2>
      <a:accent1>
        <a:srgbClr val="005569"/>
      </a:accent1>
      <a:accent2>
        <a:srgbClr val="B92B38"/>
      </a:accent2>
      <a:accent3>
        <a:srgbClr val="FFFFFF"/>
      </a:accent3>
      <a:accent4>
        <a:srgbClr val="000000"/>
      </a:accent4>
      <a:accent5>
        <a:srgbClr val="AAB4B9"/>
      </a:accent5>
      <a:accent6>
        <a:srgbClr val="A72632"/>
      </a:accent6>
      <a:hlink>
        <a:srgbClr val="027FBB"/>
      </a:hlink>
      <a:folHlink>
        <a:srgbClr val="00806D"/>
      </a:folHlink>
    </a:clrScheme>
    <a:fontScheme name="IBM Conference2">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noFill/>
        <a:ln w="69850">
          <a:solidFill>
            <a:srgbClr val="0070C0"/>
          </a:solidFill>
          <a:tailEnd type="stealth" w="lg"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a:spPr>
      <a:bodyPr vert="horz" wrap="square" lIns="91440" tIns="45720" rIns="91440" bIns="45720" numCol="1" rtlCol="1" anchor="t" anchorCtr="0" compatLnSpc="1">
        <a:prstTxWarp prst="textNoShape">
          <a:avLst/>
        </a:prstTxWarp>
      </a:bodyPr>
      <a:lstStyle>
        <a:defPPr marL="0" marR="0" indent="0" defTabSz="914400" latinLnBrk="0">
          <a:lnSpc>
            <a:spcPct val="100000"/>
          </a:lnSpc>
          <a:buClrTx/>
          <a:buSzTx/>
          <a:buFontTx/>
          <a:buNone/>
          <a:tabLst/>
          <a:defRPr smtClean="0"/>
        </a:defPPr>
      </a:lstStyle>
    </a:spDef>
    <a:ln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altLang="en-US" sz="1600" b="1" i="0" u="none" strike="noStrike" cap="none" normalizeH="0" baseline="0" smtClean="0">
            <a:ln>
              <a:noFill/>
            </a:ln>
            <a:solidFill>
              <a:schemeClr val="tx1"/>
            </a:solidFill>
            <a:effectLst/>
            <a:latin typeface="Arial" panose="020B0604020202020204" pitchFamily="34" charset="0"/>
          </a:defRPr>
        </a:defPPr>
      </a:lstStyle>
    </a:lnDef>
  </a:objectDefaults>
  <a:extraClrSchemeLst>
    <a:extraClrScheme>
      <a:clrScheme name="IBM Conference2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IBM Conference2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33"/>
        </a:hlink>
        <a:folHlink>
          <a:srgbClr val="969696"/>
        </a:folHlink>
      </a:clrScheme>
      <a:clrMap bg1="dk2" tx1="lt1" bg2="dk1" tx2="lt2" accent1="accent1" accent2="accent2" accent3="accent3" accent4="accent4" accent5="accent5" accent6="accent6" hlink="hlink" folHlink="folHlink"/>
    </a:extraClrScheme>
    <a:extraClrScheme>
      <a:clrScheme name="IBM Conference2 3">
        <a:dk1>
          <a:srgbClr val="000000"/>
        </a:dk1>
        <a:lt1>
          <a:srgbClr val="FFFFCC"/>
        </a:lt1>
        <a:dk2>
          <a:srgbClr val="999933"/>
        </a:dk2>
        <a:lt2>
          <a:srgbClr val="808000"/>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IBM Conference2 4">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IBM Conference2 5">
        <a:dk1>
          <a:srgbClr val="000000"/>
        </a:dk1>
        <a:lt1>
          <a:srgbClr val="FFFFFF"/>
        </a:lt1>
        <a:dk2>
          <a:srgbClr val="000000"/>
        </a:dk2>
        <a:lt2>
          <a:srgbClr val="9F9F9F"/>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IBM Conference2 6">
        <a:dk1>
          <a:srgbClr val="000000"/>
        </a:dk1>
        <a:lt1>
          <a:srgbClr val="FFFFFF"/>
        </a:lt1>
        <a:dk2>
          <a:srgbClr val="000000"/>
        </a:dk2>
        <a:lt2>
          <a:srgbClr val="868686"/>
        </a:lt2>
        <a:accent1>
          <a:srgbClr val="CBCBCB"/>
        </a:accent1>
        <a:accent2>
          <a:srgbClr val="0066FF"/>
        </a:accent2>
        <a:accent3>
          <a:srgbClr val="FFFFFF"/>
        </a:accent3>
        <a:accent4>
          <a:srgbClr val="000000"/>
        </a:accent4>
        <a:accent5>
          <a:srgbClr val="E2E2E2"/>
        </a:accent5>
        <a:accent6>
          <a:srgbClr val="005CE7"/>
        </a:accent6>
        <a:hlink>
          <a:srgbClr val="FF0033"/>
        </a:hlink>
        <a:folHlink>
          <a:srgbClr val="009900"/>
        </a:folHlink>
      </a:clrScheme>
      <a:clrMap bg1="lt1" tx1="dk1" bg2="lt2" tx2="dk2" accent1="accent1" accent2="accent2" accent3="accent3" accent4="accent4" accent5="accent5" accent6="accent6" hlink="hlink" folHlink="folHlink"/>
    </a:extraClrScheme>
    <a:extraClrScheme>
      <a:clrScheme name="IBM Conference2 7">
        <a:dk1>
          <a:srgbClr val="000000"/>
        </a:dk1>
        <a:lt1>
          <a:srgbClr val="FFFFFF"/>
        </a:lt1>
        <a:dk2>
          <a:srgbClr val="000000"/>
        </a:dk2>
        <a:lt2>
          <a:srgbClr val="969696"/>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HG">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33747</TotalTime>
  <Words>1396</Words>
  <Application>Microsoft Office PowerPoint</Application>
  <PresentationFormat>Widescreen</PresentationFormat>
  <Paragraphs>147</Paragraphs>
  <Slides>16</Slides>
  <Notes>3</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16</vt:i4>
      </vt:variant>
    </vt:vector>
  </HeadingPairs>
  <TitlesOfParts>
    <vt:vector size="22" baseType="lpstr">
      <vt:lpstr>Arial</vt:lpstr>
      <vt:lpstr>Assistant</vt:lpstr>
      <vt:lpstr>Calibri</vt:lpstr>
      <vt:lpstr>Tw Cen MT</vt:lpstr>
      <vt:lpstr>IBM Conference2</vt:lpstr>
      <vt:lpstr>HG</vt:lpstr>
      <vt:lpstr> </vt:lpstr>
      <vt:lpstr>Goals</vt:lpstr>
      <vt:lpstr>Process</vt:lpstr>
      <vt:lpstr>Schedule</vt:lpstr>
      <vt:lpstr>Projects</vt:lpstr>
      <vt:lpstr>Prof. Bremler-Barr: Current Topics &amp; Techniques</vt:lpstr>
      <vt:lpstr>PowerPoint Presentation</vt:lpstr>
      <vt:lpstr>Projects</vt:lpstr>
      <vt:lpstr>Implementation (ACK) vs Research,Innovation (Author) </vt:lpstr>
      <vt:lpstr>Cloud</vt:lpstr>
      <vt:lpstr>Project 1: Retries for Cloud Microservices.</vt:lpstr>
      <vt:lpstr>Project 1 (cont.): </vt:lpstr>
      <vt:lpstr>Project 1 (cont.): </vt:lpstr>
      <vt:lpstr>Project 2:  Cloud Systems Autoscaling.</vt:lpstr>
      <vt:lpstr>Project 2 (cont.): </vt:lpstr>
      <vt:lpstr>Project 2 (cont.):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Bremler-Barr Anat</dc:creator>
  <cp:lastModifiedBy>שגיא אייזנברג</cp:lastModifiedBy>
  <cp:revision>149</cp:revision>
  <dcterms:created xsi:type="dcterms:W3CDTF">2019-01-02T16:52:29Z</dcterms:created>
  <dcterms:modified xsi:type="dcterms:W3CDTF">2026-06-02T18:04:44Z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218796d3-aea3-4b13-a12f-7c029d274f36_Enabled">
    <vt:lpwstr>true</vt:lpwstr>
  </property>
  <property fmtid="{D5CDD505-2E9C-101B-9397-08002B2CF9AE}" pid="3" name="MSIP_Label_218796d3-aea3-4b13-a12f-7c029d274f36_SetDate">
    <vt:lpwstr>2024-05-29T06:55:21Z</vt:lpwstr>
  </property>
  <property fmtid="{D5CDD505-2E9C-101B-9397-08002B2CF9AE}" pid="4" name="MSIP_Label_218796d3-aea3-4b13-a12f-7c029d274f36_Method">
    <vt:lpwstr>Standard</vt:lpwstr>
  </property>
  <property fmtid="{D5CDD505-2E9C-101B-9397-08002B2CF9AE}" pid="5" name="MSIP_Label_218796d3-aea3-4b13-a12f-7c029d274f36_Name">
    <vt:lpwstr>defa4170-0d19-0005-0004-bc88714345d2</vt:lpwstr>
  </property>
  <property fmtid="{D5CDD505-2E9C-101B-9397-08002B2CF9AE}" pid="6" name="MSIP_Label_218796d3-aea3-4b13-a12f-7c029d274f36_SiteId">
    <vt:lpwstr>bc034cf3-566b-41ca-9f24-5dc49474b05e</vt:lpwstr>
  </property>
  <property fmtid="{D5CDD505-2E9C-101B-9397-08002B2CF9AE}" pid="7" name="MSIP_Label_218796d3-aea3-4b13-a12f-7c029d274f36_ActionId">
    <vt:lpwstr>f64ef843-7640-4e54-914c-de00b96b4a8b</vt:lpwstr>
  </property>
  <property fmtid="{D5CDD505-2E9C-101B-9397-08002B2CF9AE}" pid="8" name="MSIP_Label_218796d3-aea3-4b13-a12f-7c029d274f36_ContentBits">
    <vt:lpwstr>0</vt:lpwstr>
  </property>
</Properties>
</file>